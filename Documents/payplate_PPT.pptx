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7315200" cx="9753600"/>
  <p:notesSz cx="9753600" cy="7315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E81BF6-FEFD-4462-8BE9-E4CB19BACCB2}">
  <a:tblStyle styleId="{5EE81BF6-FEFD-4462-8BE9-E4CB19BACCB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75350" y="3474700"/>
            <a:ext cx="7802875" cy="32918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cc7d64593_0_9:notes"/>
          <p:cNvSpPr txBox="1"/>
          <p:nvPr>
            <p:ph idx="1" type="body"/>
          </p:nvPr>
        </p:nvSpPr>
        <p:spPr>
          <a:xfrm>
            <a:off x="975350" y="3474700"/>
            <a:ext cx="7803000" cy="32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bcc7d64593_0_9:notes"/>
          <p:cNvSpPr/>
          <p:nvPr>
            <p:ph idx="2" type="sldImg"/>
          </p:nvPr>
        </p:nvSpPr>
        <p:spPr>
          <a:xfrm>
            <a:off x="1625925" y="548625"/>
            <a:ext cx="65028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cc7d64593_0_17:notes"/>
          <p:cNvSpPr txBox="1"/>
          <p:nvPr>
            <p:ph idx="1" type="body"/>
          </p:nvPr>
        </p:nvSpPr>
        <p:spPr>
          <a:xfrm>
            <a:off x="975350" y="3474700"/>
            <a:ext cx="7803000" cy="32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bcc7d64593_0_17:notes"/>
          <p:cNvSpPr/>
          <p:nvPr>
            <p:ph idx="2" type="sldImg"/>
          </p:nvPr>
        </p:nvSpPr>
        <p:spPr>
          <a:xfrm>
            <a:off x="1625925" y="548625"/>
            <a:ext cx="65028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975350" y="3474700"/>
            <a:ext cx="7802875" cy="3291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1625925" y="548625"/>
            <a:ext cx="6502725"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
          <p:cNvSpPr txBox="1"/>
          <p:nvPr>
            <p:ph type="title"/>
          </p:nvPr>
        </p:nvSpPr>
        <p:spPr>
          <a:xfrm>
            <a:off x="27571" y="166370"/>
            <a:ext cx="8218170" cy="11903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80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
          <p:cNvSpPr txBox="1"/>
          <p:nvPr>
            <p:ph idx="1" type="body"/>
          </p:nvPr>
        </p:nvSpPr>
        <p:spPr>
          <a:xfrm>
            <a:off x="474979" y="2089810"/>
            <a:ext cx="7839075" cy="294259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100">
                <a:solidFill>
                  <a:srgbClr val="330066"/>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2"/>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9" name="Shape 49"/>
        <p:cNvGrpSpPr/>
        <p:nvPr/>
      </p:nvGrpSpPr>
      <p:grpSpPr>
        <a:xfrm>
          <a:off x="0" y="0"/>
          <a:ext cx="0" cy="0"/>
          <a:chOff x="0" y="0"/>
          <a:chExt cx="0" cy="0"/>
        </a:xfrm>
      </p:grpSpPr>
      <p:sp>
        <p:nvSpPr>
          <p:cNvPr id="50" name="Google Shape;50;p3"/>
          <p:cNvSpPr txBox="1"/>
          <p:nvPr>
            <p:ph type="title"/>
          </p:nvPr>
        </p:nvSpPr>
        <p:spPr>
          <a:xfrm>
            <a:off x="27571" y="166370"/>
            <a:ext cx="8218170" cy="11903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80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
          <p:cNvSpPr txBox="1"/>
          <p:nvPr>
            <p:ph idx="1" type="body"/>
          </p:nvPr>
        </p:nvSpPr>
        <p:spPr>
          <a:xfrm>
            <a:off x="487680" y="1682496"/>
            <a:ext cx="4242816" cy="482803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3"/>
          <p:cNvSpPr txBox="1"/>
          <p:nvPr>
            <p:ph idx="2" type="body"/>
          </p:nvPr>
        </p:nvSpPr>
        <p:spPr>
          <a:xfrm>
            <a:off x="5023104" y="1682496"/>
            <a:ext cx="4242816" cy="482803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3"/>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6" name="Shape 56"/>
        <p:cNvGrpSpPr/>
        <p:nvPr/>
      </p:nvGrpSpPr>
      <p:grpSpPr>
        <a:xfrm>
          <a:off x="0" y="0"/>
          <a:ext cx="0" cy="0"/>
          <a:chOff x="0" y="0"/>
          <a:chExt cx="0" cy="0"/>
        </a:xfrm>
      </p:grpSpPr>
      <p:sp>
        <p:nvSpPr>
          <p:cNvPr id="57" name="Google Shape;57;p4"/>
          <p:cNvSpPr txBox="1"/>
          <p:nvPr>
            <p:ph type="title"/>
          </p:nvPr>
        </p:nvSpPr>
        <p:spPr>
          <a:xfrm>
            <a:off x="27571" y="166370"/>
            <a:ext cx="8218170" cy="11903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80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1" name="Shape 61"/>
        <p:cNvGrpSpPr/>
        <p:nvPr/>
      </p:nvGrpSpPr>
      <p:grpSpPr>
        <a:xfrm>
          <a:off x="0" y="0"/>
          <a:ext cx="0" cy="0"/>
          <a:chOff x="0" y="0"/>
          <a:chExt cx="0" cy="0"/>
        </a:xfrm>
      </p:grpSpPr>
      <p:sp>
        <p:nvSpPr>
          <p:cNvPr id="62" name="Google Shape;62;p5"/>
          <p:cNvSpPr txBox="1"/>
          <p:nvPr>
            <p:ph type="ctrTitle"/>
          </p:nvPr>
        </p:nvSpPr>
        <p:spPr>
          <a:xfrm>
            <a:off x="731520" y="2267712"/>
            <a:ext cx="8290560" cy="153619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800">
                <a:solidFill>
                  <a:srgbClr val="33006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
          <p:cNvSpPr txBox="1"/>
          <p:nvPr>
            <p:ph idx="1" type="subTitle"/>
          </p:nvPr>
        </p:nvSpPr>
        <p:spPr>
          <a:xfrm>
            <a:off x="1463040" y="4096512"/>
            <a:ext cx="6827520" cy="1828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100">
                <a:solidFill>
                  <a:srgbClr val="330066"/>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5"/>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5"/>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7" name="Shape 67"/>
        <p:cNvGrpSpPr/>
        <p:nvPr/>
      </p:nvGrpSpPr>
      <p:grpSpPr>
        <a:xfrm>
          <a:off x="0" y="0"/>
          <a:ext cx="0" cy="0"/>
          <a:chOff x="0" y="0"/>
          <a:chExt cx="0" cy="0"/>
        </a:xfrm>
      </p:grpSpPr>
      <p:sp>
        <p:nvSpPr>
          <p:cNvPr id="68" name="Google Shape;68;p6"/>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0.png"/><Relationship Id="rId13" Type="http://schemas.openxmlformats.org/officeDocument/2006/relationships/slideLayout" Target="../slideLayouts/slideLayout2.xml"/><Relationship Id="rId12" Type="http://schemas.openxmlformats.org/officeDocument/2006/relationships/slideLayout" Target="../slideLayouts/slideLayout1.xml"/><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8.png"/><Relationship Id="rId15" Type="http://schemas.openxmlformats.org/officeDocument/2006/relationships/slideLayout" Target="../slideLayouts/slideLayout4.xml"/><Relationship Id="rId14" Type="http://schemas.openxmlformats.org/officeDocument/2006/relationships/slideLayout" Target="../slideLayouts/slideLayout3.xml"/><Relationship Id="rId17" Type="http://schemas.openxmlformats.org/officeDocument/2006/relationships/theme" Target="../theme/theme2.xml"/><Relationship Id="rId16" Type="http://schemas.openxmlformats.org/officeDocument/2006/relationships/slideLayout" Target="../slideLayouts/slideLayout5.xml"/><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5.png"/><Relationship Id="rId8"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8488679" y="162524"/>
            <a:ext cx="10795" cy="1626235"/>
          </a:xfrm>
          <a:custGeom>
            <a:rect b="b" l="l" r="r" t="t"/>
            <a:pathLst>
              <a:path extrusionOk="0" h="1626235" w="10795">
                <a:moveTo>
                  <a:pt x="10191" y="1625631"/>
                </a:moveTo>
                <a:lnTo>
                  <a:pt x="0" y="1625631"/>
                </a:lnTo>
                <a:lnTo>
                  <a:pt x="0" y="0"/>
                </a:lnTo>
                <a:lnTo>
                  <a:pt x="10191" y="0"/>
                </a:lnTo>
                <a:lnTo>
                  <a:pt x="10191" y="162563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 name="Google Shape;7;p1"/>
          <p:cNvPicPr preferRelativeResize="0"/>
          <p:nvPr/>
        </p:nvPicPr>
        <p:blipFill rotWithShape="1">
          <a:blip r:embed="rId1">
            <a:alphaModFix/>
          </a:blip>
          <a:srcRect b="0" l="0" r="0" t="0"/>
          <a:stretch/>
        </p:blipFill>
        <p:spPr>
          <a:xfrm>
            <a:off x="8696962" y="162580"/>
            <a:ext cx="128434" cy="127950"/>
          </a:xfrm>
          <a:prstGeom prst="rect">
            <a:avLst/>
          </a:prstGeom>
          <a:noFill/>
          <a:ln>
            <a:noFill/>
          </a:ln>
        </p:spPr>
      </p:pic>
      <p:pic>
        <p:nvPicPr>
          <p:cNvPr id="8" name="Google Shape;8;p1"/>
          <p:cNvPicPr preferRelativeResize="0"/>
          <p:nvPr/>
        </p:nvPicPr>
        <p:blipFill rotWithShape="1">
          <a:blip r:embed="rId1">
            <a:alphaModFix/>
          </a:blip>
          <a:srcRect b="0" l="0" r="0" t="0"/>
          <a:stretch/>
        </p:blipFill>
        <p:spPr>
          <a:xfrm>
            <a:off x="8876809" y="162580"/>
            <a:ext cx="128434" cy="127950"/>
          </a:xfrm>
          <a:prstGeom prst="rect">
            <a:avLst/>
          </a:prstGeom>
          <a:noFill/>
          <a:ln>
            <a:noFill/>
          </a:ln>
        </p:spPr>
      </p:pic>
      <p:pic>
        <p:nvPicPr>
          <p:cNvPr id="9" name="Google Shape;9;p1"/>
          <p:cNvPicPr preferRelativeResize="0"/>
          <p:nvPr/>
        </p:nvPicPr>
        <p:blipFill rotWithShape="1">
          <a:blip r:embed="rId2">
            <a:alphaModFix/>
          </a:blip>
          <a:srcRect b="0" l="0" r="0" t="0"/>
          <a:stretch/>
        </p:blipFill>
        <p:spPr>
          <a:xfrm>
            <a:off x="9056656" y="162580"/>
            <a:ext cx="128434" cy="127950"/>
          </a:xfrm>
          <a:prstGeom prst="rect">
            <a:avLst/>
          </a:prstGeom>
          <a:noFill/>
          <a:ln>
            <a:noFill/>
          </a:ln>
        </p:spPr>
      </p:pic>
      <p:pic>
        <p:nvPicPr>
          <p:cNvPr id="10" name="Google Shape;10;p1"/>
          <p:cNvPicPr preferRelativeResize="0"/>
          <p:nvPr/>
        </p:nvPicPr>
        <p:blipFill rotWithShape="1">
          <a:blip r:embed="rId3">
            <a:alphaModFix/>
          </a:blip>
          <a:srcRect b="0" l="0" r="0" t="0"/>
          <a:stretch/>
        </p:blipFill>
        <p:spPr>
          <a:xfrm>
            <a:off x="8696962" y="341559"/>
            <a:ext cx="128434" cy="127950"/>
          </a:xfrm>
          <a:prstGeom prst="rect">
            <a:avLst/>
          </a:prstGeom>
          <a:noFill/>
          <a:ln>
            <a:noFill/>
          </a:ln>
        </p:spPr>
      </p:pic>
      <p:pic>
        <p:nvPicPr>
          <p:cNvPr id="11" name="Google Shape;11;p1"/>
          <p:cNvPicPr preferRelativeResize="0"/>
          <p:nvPr/>
        </p:nvPicPr>
        <p:blipFill rotWithShape="1">
          <a:blip r:embed="rId3">
            <a:alphaModFix/>
          </a:blip>
          <a:srcRect b="0" l="0" r="0" t="0"/>
          <a:stretch/>
        </p:blipFill>
        <p:spPr>
          <a:xfrm>
            <a:off x="8876809" y="341559"/>
            <a:ext cx="128434" cy="127950"/>
          </a:xfrm>
          <a:prstGeom prst="rect">
            <a:avLst/>
          </a:prstGeom>
          <a:noFill/>
          <a:ln>
            <a:noFill/>
          </a:ln>
        </p:spPr>
      </p:pic>
      <p:pic>
        <p:nvPicPr>
          <p:cNvPr id="12" name="Google Shape;12;p1"/>
          <p:cNvPicPr preferRelativeResize="0"/>
          <p:nvPr/>
        </p:nvPicPr>
        <p:blipFill rotWithShape="1">
          <a:blip r:embed="rId3">
            <a:alphaModFix/>
          </a:blip>
          <a:srcRect b="0" l="0" r="0" t="0"/>
          <a:stretch/>
        </p:blipFill>
        <p:spPr>
          <a:xfrm>
            <a:off x="9056656" y="341559"/>
            <a:ext cx="128434" cy="127950"/>
          </a:xfrm>
          <a:prstGeom prst="rect">
            <a:avLst/>
          </a:prstGeom>
          <a:noFill/>
          <a:ln>
            <a:noFill/>
          </a:ln>
        </p:spPr>
      </p:pic>
      <p:pic>
        <p:nvPicPr>
          <p:cNvPr id="13" name="Google Shape;13;p1"/>
          <p:cNvPicPr preferRelativeResize="0"/>
          <p:nvPr/>
        </p:nvPicPr>
        <p:blipFill rotWithShape="1">
          <a:blip r:embed="rId4">
            <a:alphaModFix/>
          </a:blip>
          <a:srcRect b="0" l="0" r="0" t="0"/>
          <a:stretch/>
        </p:blipFill>
        <p:spPr>
          <a:xfrm>
            <a:off x="9236407" y="341559"/>
            <a:ext cx="128434" cy="127950"/>
          </a:xfrm>
          <a:prstGeom prst="rect">
            <a:avLst/>
          </a:prstGeom>
          <a:noFill/>
          <a:ln>
            <a:noFill/>
          </a:ln>
        </p:spPr>
      </p:pic>
      <p:pic>
        <p:nvPicPr>
          <p:cNvPr id="14" name="Google Shape;14;p1"/>
          <p:cNvPicPr preferRelativeResize="0"/>
          <p:nvPr/>
        </p:nvPicPr>
        <p:blipFill rotWithShape="1">
          <a:blip r:embed="rId1">
            <a:alphaModFix/>
          </a:blip>
          <a:srcRect b="0" l="0" r="0" t="0"/>
          <a:stretch/>
        </p:blipFill>
        <p:spPr>
          <a:xfrm>
            <a:off x="8696962" y="520634"/>
            <a:ext cx="128434" cy="127950"/>
          </a:xfrm>
          <a:prstGeom prst="rect">
            <a:avLst/>
          </a:prstGeom>
          <a:noFill/>
          <a:ln>
            <a:noFill/>
          </a:ln>
        </p:spPr>
      </p:pic>
      <p:pic>
        <p:nvPicPr>
          <p:cNvPr id="15" name="Google Shape;15;p1"/>
          <p:cNvPicPr preferRelativeResize="0"/>
          <p:nvPr/>
        </p:nvPicPr>
        <p:blipFill rotWithShape="1">
          <a:blip r:embed="rId1">
            <a:alphaModFix/>
          </a:blip>
          <a:srcRect b="0" l="0" r="0" t="0"/>
          <a:stretch/>
        </p:blipFill>
        <p:spPr>
          <a:xfrm>
            <a:off x="8876809" y="520634"/>
            <a:ext cx="128434" cy="127950"/>
          </a:xfrm>
          <a:prstGeom prst="rect">
            <a:avLst/>
          </a:prstGeom>
          <a:noFill/>
          <a:ln>
            <a:noFill/>
          </a:ln>
        </p:spPr>
      </p:pic>
      <p:pic>
        <p:nvPicPr>
          <p:cNvPr id="16" name="Google Shape;16;p1"/>
          <p:cNvPicPr preferRelativeResize="0"/>
          <p:nvPr/>
        </p:nvPicPr>
        <p:blipFill rotWithShape="1">
          <a:blip r:embed="rId5">
            <a:alphaModFix/>
          </a:blip>
          <a:srcRect b="0" l="0" r="0" t="0"/>
          <a:stretch/>
        </p:blipFill>
        <p:spPr>
          <a:xfrm>
            <a:off x="9056656" y="520634"/>
            <a:ext cx="128434" cy="127950"/>
          </a:xfrm>
          <a:prstGeom prst="rect">
            <a:avLst/>
          </a:prstGeom>
          <a:noFill/>
          <a:ln>
            <a:noFill/>
          </a:ln>
        </p:spPr>
      </p:pic>
      <p:pic>
        <p:nvPicPr>
          <p:cNvPr id="17" name="Google Shape;17;p1"/>
          <p:cNvPicPr preferRelativeResize="0"/>
          <p:nvPr/>
        </p:nvPicPr>
        <p:blipFill rotWithShape="1">
          <a:blip r:embed="rId5">
            <a:alphaModFix/>
          </a:blip>
          <a:srcRect b="0" l="0" r="0" t="0"/>
          <a:stretch/>
        </p:blipFill>
        <p:spPr>
          <a:xfrm>
            <a:off x="9236407" y="520634"/>
            <a:ext cx="128434" cy="127950"/>
          </a:xfrm>
          <a:prstGeom prst="rect">
            <a:avLst/>
          </a:prstGeom>
          <a:noFill/>
          <a:ln>
            <a:noFill/>
          </a:ln>
        </p:spPr>
      </p:pic>
      <p:pic>
        <p:nvPicPr>
          <p:cNvPr id="18" name="Google Shape;18;p1"/>
          <p:cNvPicPr preferRelativeResize="0"/>
          <p:nvPr/>
        </p:nvPicPr>
        <p:blipFill rotWithShape="1">
          <a:blip r:embed="rId6">
            <a:alphaModFix/>
          </a:blip>
          <a:srcRect b="0" l="0" r="0" t="0"/>
          <a:stretch/>
        </p:blipFill>
        <p:spPr>
          <a:xfrm>
            <a:off x="9416253" y="520634"/>
            <a:ext cx="128434" cy="127950"/>
          </a:xfrm>
          <a:prstGeom prst="rect">
            <a:avLst/>
          </a:prstGeom>
          <a:noFill/>
          <a:ln>
            <a:noFill/>
          </a:ln>
        </p:spPr>
      </p:pic>
      <p:pic>
        <p:nvPicPr>
          <p:cNvPr id="19" name="Google Shape;19;p1"/>
          <p:cNvPicPr preferRelativeResize="0"/>
          <p:nvPr/>
        </p:nvPicPr>
        <p:blipFill rotWithShape="1">
          <a:blip r:embed="rId1">
            <a:alphaModFix/>
          </a:blip>
          <a:srcRect b="0" l="0" r="0" t="0"/>
          <a:stretch/>
        </p:blipFill>
        <p:spPr>
          <a:xfrm>
            <a:off x="8696962" y="699613"/>
            <a:ext cx="128434" cy="127950"/>
          </a:xfrm>
          <a:prstGeom prst="rect">
            <a:avLst/>
          </a:prstGeom>
          <a:noFill/>
          <a:ln>
            <a:noFill/>
          </a:ln>
        </p:spPr>
      </p:pic>
      <p:pic>
        <p:nvPicPr>
          <p:cNvPr id="20" name="Google Shape;20;p1"/>
          <p:cNvPicPr preferRelativeResize="0"/>
          <p:nvPr/>
        </p:nvPicPr>
        <p:blipFill rotWithShape="1">
          <a:blip r:embed="rId5">
            <a:alphaModFix/>
          </a:blip>
          <a:srcRect b="0" l="0" r="0" t="0"/>
          <a:stretch/>
        </p:blipFill>
        <p:spPr>
          <a:xfrm>
            <a:off x="8876809" y="699613"/>
            <a:ext cx="128434" cy="127950"/>
          </a:xfrm>
          <a:prstGeom prst="rect">
            <a:avLst/>
          </a:prstGeom>
          <a:noFill/>
          <a:ln>
            <a:noFill/>
          </a:ln>
        </p:spPr>
      </p:pic>
      <p:pic>
        <p:nvPicPr>
          <p:cNvPr id="21" name="Google Shape;21;p1"/>
          <p:cNvPicPr preferRelativeResize="0"/>
          <p:nvPr/>
        </p:nvPicPr>
        <p:blipFill rotWithShape="1">
          <a:blip r:embed="rId5">
            <a:alphaModFix/>
          </a:blip>
          <a:srcRect b="0" l="0" r="0" t="0"/>
          <a:stretch/>
        </p:blipFill>
        <p:spPr>
          <a:xfrm>
            <a:off x="9056656" y="699613"/>
            <a:ext cx="128434" cy="127950"/>
          </a:xfrm>
          <a:prstGeom prst="rect">
            <a:avLst/>
          </a:prstGeom>
          <a:noFill/>
          <a:ln>
            <a:noFill/>
          </a:ln>
        </p:spPr>
      </p:pic>
      <p:pic>
        <p:nvPicPr>
          <p:cNvPr id="22" name="Google Shape;22;p1"/>
          <p:cNvPicPr preferRelativeResize="0"/>
          <p:nvPr/>
        </p:nvPicPr>
        <p:blipFill rotWithShape="1">
          <a:blip r:embed="rId6">
            <a:alphaModFix/>
          </a:blip>
          <a:srcRect b="0" l="0" r="0" t="0"/>
          <a:stretch/>
        </p:blipFill>
        <p:spPr>
          <a:xfrm>
            <a:off x="9236407" y="699613"/>
            <a:ext cx="128434" cy="127950"/>
          </a:xfrm>
          <a:prstGeom prst="rect">
            <a:avLst/>
          </a:prstGeom>
          <a:noFill/>
          <a:ln>
            <a:noFill/>
          </a:ln>
        </p:spPr>
      </p:pic>
      <p:pic>
        <p:nvPicPr>
          <p:cNvPr id="23" name="Google Shape;23;p1"/>
          <p:cNvPicPr preferRelativeResize="0"/>
          <p:nvPr/>
        </p:nvPicPr>
        <p:blipFill rotWithShape="1">
          <a:blip r:embed="rId7">
            <a:alphaModFix/>
          </a:blip>
          <a:srcRect b="0" l="0" r="0" t="0"/>
          <a:stretch/>
        </p:blipFill>
        <p:spPr>
          <a:xfrm>
            <a:off x="8696962" y="878687"/>
            <a:ext cx="128434" cy="127950"/>
          </a:xfrm>
          <a:prstGeom prst="rect">
            <a:avLst/>
          </a:prstGeom>
          <a:noFill/>
          <a:ln>
            <a:noFill/>
          </a:ln>
        </p:spPr>
      </p:pic>
      <p:pic>
        <p:nvPicPr>
          <p:cNvPr id="24" name="Google Shape;24;p1"/>
          <p:cNvPicPr preferRelativeResize="0"/>
          <p:nvPr/>
        </p:nvPicPr>
        <p:blipFill rotWithShape="1">
          <a:blip r:embed="rId5">
            <a:alphaModFix/>
          </a:blip>
          <a:srcRect b="0" l="0" r="0" t="0"/>
          <a:stretch/>
        </p:blipFill>
        <p:spPr>
          <a:xfrm>
            <a:off x="8876809" y="878687"/>
            <a:ext cx="128434" cy="127950"/>
          </a:xfrm>
          <a:prstGeom prst="rect">
            <a:avLst/>
          </a:prstGeom>
          <a:noFill/>
          <a:ln>
            <a:noFill/>
          </a:ln>
        </p:spPr>
      </p:pic>
      <p:pic>
        <p:nvPicPr>
          <p:cNvPr id="25" name="Google Shape;25;p1"/>
          <p:cNvPicPr preferRelativeResize="0"/>
          <p:nvPr/>
        </p:nvPicPr>
        <p:blipFill rotWithShape="1">
          <a:blip r:embed="rId6">
            <a:alphaModFix/>
          </a:blip>
          <a:srcRect b="0" l="0" r="0" t="0"/>
          <a:stretch/>
        </p:blipFill>
        <p:spPr>
          <a:xfrm>
            <a:off x="9056656" y="878687"/>
            <a:ext cx="128434" cy="127950"/>
          </a:xfrm>
          <a:prstGeom prst="rect">
            <a:avLst/>
          </a:prstGeom>
          <a:noFill/>
          <a:ln>
            <a:noFill/>
          </a:ln>
        </p:spPr>
      </p:pic>
      <p:pic>
        <p:nvPicPr>
          <p:cNvPr id="26" name="Google Shape;26;p1"/>
          <p:cNvPicPr preferRelativeResize="0"/>
          <p:nvPr/>
        </p:nvPicPr>
        <p:blipFill rotWithShape="1">
          <a:blip r:embed="rId6">
            <a:alphaModFix/>
          </a:blip>
          <a:srcRect b="0" l="0" r="0" t="0"/>
          <a:stretch/>
        </p:blipFill>
        <p:spPr>
          <a:xfrm>
            <a:off x="9236407" y="878687"/>
            <a:ext cx="128434" cy="127950"/>
          </a:xfrm>
          <a:prstGeom prst="rect">
            <a:avLst/>
          </a:prstGeom>
          <a:noFill/>
          <a:ln>
            <a:noFill/>
          </a:ln>
        </p:spPr>
      </p:pic>
      <p:pic>
        <p:nvPicPr>
          <p:cNvPr id="27" name="Google Shape;27;p1"/>
          <p:cNvPicPr preferRelativeResize="0"/>
          <p:nvPr/>
        </p:nvPicPr>
        <p:blipFill rotWithShape="1">
          <a:blip r:embed="rId8">
            <a:alphaModFix/>
          </a:blip>
          <a:srcRect b="0" l="0" r="0" t="0"/>
          <a:stretch/>
        </p:blipFill>
        <p:spPr>
          <a:xfrm>
            <a:off x="9416253" y="878687"/>
            <a:ext cx="128434" cy="127950"/>
          </a:xfrm>
          <a:prstGeom prst="rect">
            <a:avLst/>
          </a:prstGeom>
          <a:noFill/>
          <a:ln>
            <a:noFill/>
          </a:ln>
        </p:spPr>
      </p:pic>
      <p:pic>
        <p:nvPicPr>
          <p:cNvPr id="28" name="Google Shape;28;p1"/>
          <p:cNvPicPr preferRelativeResize="0"/>
          <p:nvPr/>
        </p:nvPicPr>
        <p:blipFill rotWithShape="1">
          <a:blip r:embed="rId5">
            <a:alphaModFix/>
          </a:blip>
          <a:srcRect b="0" l="0" r="0" t="0"/>
          <a:stretch/>
        </p:blipFill>
        <p:spPr>
          <a:xfrm>
            <a:off x="8696962" y="1057666"/>
            <a:ext cx="128434" cy="127950"/>
          </a:xfrm>
          <a:prstGeom prst="rect">
            <a:avLst/>
          </a:prstGeom>
          <a:noFill/>
          <a:ln>
            <a:noFill/>
          </a:ln>
        </p:spPr>
      </p:pic>
      <p:pic>
        <p:nvPicPr>
          <p:cNvPr id="29" name="Google Shape;29;p1"/>
          <p:cNvPicPr preferRelativeResize="0"/>
          <p:nvPr/>
        </p:nvPicPr>
        <p:blipFill rotWithShape="1">
          <a:blip r:embed="rId6">
            <a:alphaModFix/>
          </a:blip>
          <a:srcRect b="0" l="0" r="0" t="0"/>
          <a:stretch/>
        </p:blipFill>
        <p:spPr>
          <a:xfrm>
            <a:off x="8876809" y="1057666"/>
            <a:ext cx="128434" cy="127950"/>
          </a:xfrm>
          <a:prstGeom prst="rect">
            <a:avLst/>
          </a:prstGeom>
          <a:noFill/>
          <a:ln>
            <a:noFill/>
          </a:ln>
        </p:spPr>
      </p:pic>
      <p:pic>
        <p:nvPicPr>
          <p:cNvPr id="30" name="Google Shape;30;p1"/>
          <p:cNvPicPr preferRelativeResize="0"/>
          <p:nvPr/>
        </p:nvPicPr>
        <p:blipFill rotWithShape="1">
          <a:blip r:embed="rId6">
            <a:alphaModFix/>
          </a:blip>
          <a:srcRect b="0" l="0" r="0" t="0"/>
          <a:stretch/>
        </p:blipFill>
        <p:spPr>
          <a:xfrm>
            <a:off x="9056656" y="1057666"/>
            <a:ext cx="128434" cy="127950"/>
          </a:xfrm>
          <a:prstGeom prst="rect">
            <a:avLst/>
          </a:prstGeom>
          <a:noFill/>
          <a:ln>
            <a:noFill/>
          </a:ln>
        </p:spPr>
      </p:pic>
      <p:pic>
        <p:nvPicPr>
          <p:cNvPr id="31" name="Google Shape;31;p1"/>
          <p:cNvPicPr preferRelativeResize="0"/>
          <p:nvPr/>
        </p:nvPicPr>
        <p:blipFill rotWithShape="1">
          <a:blip r:embed="rId8">
            <a:alphaModFix/>
          </a:blip>
          <a:srcRect b="0" l="0" r="0" t="0"/>
          <a:stretch/>
        </p:blipFill>
        <p:spPr>
          <a:xfrm>
            <a:off x="9236407" y="1057666"/>
            <a:ext cx="128434" cy="127950"/>
          </a:xfrm>
          <a:prstGeom prst="rect">
            <a:avLst/>
          </a:prstGeom>
          <a:noFill/>
          <a:ln>
            <a:noFill/>
          </a:ln>
        </p:spPr>
      </p:pic>
      <p:pic>
        <p:nvPicPr>
          <p:cNvPr id="32" name="Google Shape;32;p1"/>
          <p:cNvPicPr preferRelativeResize="0"/>
          <p:nvPr/>
        </p:nvPicPr>
        <p:blipFill rotWithShape="1">
          <a:blip r:embed="rId9">
            <a:alphaModFix/>
          </a:blip>
          <a:srcRect b="0" l="0" r="0" t="0"/>
          <a:stretch/>
        </p:blipFill>
        <p:spPr>
          <a:xfrm>
            <a:off x="8696962" y="1236740"/>
            <a:ext cx="128434" cy="127950"/>
          </a:xfrm>
          <a:prstGeom prst="rect">
            <a:avLst/>
          </a:prstGeom>
          <a:noFill/>
          <a:ln>
            <a:noFill/>
          </a:ln>
        </p:spPr>
      </p:pic>
      <p:pic>
        <p:nvPicPr>
          <p:cNvPr id="33" name="Google Shape;33;p1"/>
          <p:cNvPicPr preferRelativeResize="0"/>
          <p:nvPr/>
        </p:nvPicPr>
        <p:blipFill rotWithShape="1">
          <a:blip r:embed="rId10">
            <a:alphaModFix/>
          </a:blip>
          <a:srcRect b="0" l="0" r="0" t="0"/>
          <a:stretch/>
        </p:blipFill>
        <p:spPr>
          <a:xfrm>
            <a:off x="8876809" y="1236740"/>
            <a:ext cx="128434" cy="127950"/>
          </a:xfrm>
          <a:prstGeom prst="rect">
            <a:avLst/>
          </a:prstGeom>
          <a:noFill/>
          <a:ln>
            <a:noFill/>
          </a:ln>
        </p:spPr>
      </p:pic>
      <p:pic>
        <p:nvPicPr>
          <p:cNvPr id="34" name="Google Shape;34;p1"/>
          <p:cNvPicPr preferRelativeResize="0"/>
          <p:nvPr/>
        </p:nvPicPr>
        <p:blipFill rotWithShape="1">
          <a:blip r:embed="rId11">
            <a:alphaModFix/>
          </a:blip>
          <a:srcRect b="0" l="0" r="0" t="0"/>
          <a:stretch/>
        </p:blipFill>
        <p:spPr>
          <a:xfrm>
            <a:off x="9056656" y="1236740"/>
            <a:ext cx="128434" cy="127950"/>
          </a:xfrm>
          <a:prstGeom prst="rect">
            <a:avLst/>
          </a:prstGeom>
          <a:noFill/>
          <a:ln>
            <a:noFill/>
          </a:ln>
        </p:spPr>
      </p:pic>
      <p:pic>
        <p:nvPicPr>
          <p:cNvPr id="35" name="Google Shape;35;p1"/>
          <p:cNvPicPr preferRelativeResize="0"/>
          <p:nvPr/>
        </p:nvPicPr>
        <p:blipFill rotWithShape="1">
          <a:blip r:embed="rId11">
            <a:alphaModFix/>
          </a:blip>
          <a:srcRect b="0" l="0" r="0" t="0"/>
          <a:stretch/>
        </p:blipFill>
        <p:spPr>
          <a:xfrm>
            <a:off x="9236407" y="1236740"/>
            <a:ext cx="128434" cy="127950"/>
          </a:xfrm>
          <a:prstGeom prst="rect">
            <a:avLst/>
          </a:prstGeom>
          <a:noFill/>
          <a:ln>
            <a:noFill/>
          </a:ln>
        </p:spPr>
      </p:pic>
      <p:pic>
        <p:nvPicPr>
          <p:cNvPr id="36" name="Google Shape;36;p1"/>
          <p:cNvPicPr preferRelativeResize="0"/>
          <p:nvPr/>
        </p:nvPicPr>
        <p:blipFill rotWithShape="1">
          <a:blip r:embed="rId8">
            <a:alphaModFix/>
          </a:blip>
          <a:srcRect b="0" l="0" r="0" t="0"/>
          <a:stretch/>
        </p:blipFill>
        <p:spPr>
          <a:xfrm>
            <a:off x="8876809" y="1415719"/>
            <a:ext cx="128434" cy="127950"/>
          </a:xfrm>
          <a:prstGeom prst="rect">
            <a:avLst/>
          </a:prstGeom>
          <a:noFill/>
          <a:ln>
            <a:noFill/>
          </a:ln>
        </p:spPr>
      </p:pic>
      <p:pic>
        <p:nvPicPr>
          <p:cNvPr id="37" name="Google Shape;37;p1"/>
          <p:cNvPicPr preferRelativeResize="0"/>
          <p:nvPr/>
        </p:nvPicPr>
        <p:blipFill rotWithShape="1">
          <a:blip r:embed="rId8">
            <a:alphaModFix/>
          </a:blip>
          <a:srcRect b="0" l="0" r="0" t="0"/>
          <a:stretch/>
        </p:blipFill>
        <p:spPr>
          <a:xfrm>
            <a:off x="9236407" y="1415719"/>
            <a:ext cx="128434" cy="127950"/>
          </a:xfrm>
          <a:prstGeom prst="rect">
            <a:avLst/>
          </a:prstGeom>
          <a:noFill/>
          <a:ln>
            <a:noFill/>
          </a:ln>
        </p:spPr>
      </p:pic>
      <p:sp>
        <p:nvSpPr>
          <p:cNvPr id="38" name="Google Shape;38;p1"/>
          <p:cNvSpPr txBox="1"/>
          <p:nvPr>
            <p:ph type="title"/>
          </p:nvPr>
        </p:nvSpPr>
        <p:spPr>
          <a:xfrm>
            <a:off x="27571" y="166370"/>
            <a:ext cx="8218170" cy="119034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800" u="none" cap="none" strike="noStrike">
                <a:solidFill>
                  <a:srgbClr val="33006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1"/>
          <p:cNvSpPr txBox="1"/>
          <p:nvPr>
            <p:ph idx="1" type="body"/>
          </p:nvPr>
        </p:nvSpPr>
        <p:spPr>
          <a:xfrm>
            <a:off x="474979" y="2089810"/>
            <a:ext cx="7839075" cy="294259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2100" u="none" cap="none" strike="noStrike">
                <a:solidFill>
                  <a:srgbClr val="330066"/>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40" name="Google Shape;40;p1"/>
          <p:cNvSpPr txBox="1"/>
          <p:nvPr>
            <p:ph idx="11" type="ftr"/>
          </p:nvPr>
        </p:nvSpPr>
        <p:spPr>
          <a:xfrm>
            <a:off x="3316224" y="6803136"/>
            <a:ext cx="3121152" cy="3657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1"/>
          <p:cNvSpPr txBox="1"/>
          <p:nvPr>
            <p:ph idx="10" type="dt"/>
          </p:nvPr>
        </p:nvSpPr>
        <p:spPr>
          <a:xfrm>
            <a:off x="487680" y="6803136"/>
            <a:ext cx="2243328" cy="3657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1"/>
          <p:cNvSpPr txBox="1"/>
          <p:nvPr>
            <p:ph idx="12" type="sldNum"/>
          </p:nvPr>
        </p:nvSpPr>
        <p:spPr>
          <a:xfrm>
            <a:off x="7022592" y="6803136"/>
            <a:ext cx="2243328" cy="36576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2"/>
    <p:sldLayoutId id="2147483649" r:id="rId13"/>
    <p:sldLayoutId id="2147483650" r:id="rId14"/>
    <p:sldLayoutId id="2147483651" r:id="rId15"/>
    <p:sldLayoutId id="214748365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0" Type="http://schemas.openxmlformats.org/officeDocument/2006/relationships/image" Target="../media/image45.png"/><Relationship Id="rId11" Type="http://schemas.openxmlformats.org/officeDocument/2006/relationships/image" Target="../media/image39.png"/><Relationship Id="rId10" Type="http://schemas.openxmlformats.org/officeDocument/2006/relationships/image" Target="../media/image38.png"/><Relationship Id="rId21" Type="http://schemas.openxmlformats.org/officeDocument/2006/relationships/image" Target="../media/image43.png"/><Relationship Id="rId13" Type="http://schemas.openxmlformats.org/officeDocument/2006/relationships/image" Target="../media/image36.png"/><Relationship Id="rId12" Type="http://schemas.openxmlformats.org/officeDocument/2006/relationships/image" Target="../media/image46.png"/><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9" Type="http://schemas.openxmlformats.org/officeDocument/2006/relationships/image" Target="../media/image37.png"/><Relationship Id="rId15" Type="http://schemas.openxmlformats.org/officeDocument/2006/relationships/image" Target="../media/image35.png"/><Relationship Id="rId14" Type="http://schemas.openxmlformats.org/officeDocument/2006/relationships/image" Target="../media/image34.png"/><Relationship Id="rId17" Type="http://schemas.openxmlformats.org/officeDocument/2006/relationships/image" Target="../media/image31.png"/><Relationship Id="rId16" Type="http://schemas.openxmlformats.org/officeDocument/2006/relationships/image" Target="../media/image33.png"/><Relationship Id="rId5" Type="http://schemas.openxmlformats.org/officeDocument/2006/relationships/image" Target="../media/image28.png"/><Relationship Id="rId19" Type="http://schemas.openxmlformats.org/officeDocument/2006/relationships/image" Target="../media/image44.png"/><Relationship Id="rId6" Type="http://schemas.openxmlformats.org/officeDocument/2006/relationships/image" Target="../media/image40.png"/><Relationship Id="rId18" Type="http://schemas.openxmlformats.org/officeDocument/2006/relationships/image" Target="../media/image32.png"/><Relationship Id="rId7" Type="http://schemas.openxmlformats.org/officeDocument/2006/relationships/image" Target="../media/image42.png"/><Relationship Id="rId8"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grpSp>
        <p:nvGrpSpPr>
          <p:cNvPr id="75" name="Google Shape;75;p7"/>
          <p:cNvGrpSpPr/>
          <p:nvPr/>
        </p:nvGrpSpPr>
        <p:grpSpPr>
          <a:xfrm>
            <a:off x="0" y="4819"/>
            <a:ext cx="8473440" cy="1344295"/>
            <a:chOff x="0" y="4819"/>
            <a:chExt cx="8473440" cy="1344295"/>
          </a:xfrm>
        </p:grpSpPr>
        <p:sp>
          <p:nvSpPr>
            <p:cNvPr id="76" name="Google Shape;76;p7"/>
            <p:cNvSpPr/>
            <p:nvPr/>
          </p:nvSpPr>
          <p:spPr>
            <a:xfrm>
              <a:off x="0" y="23258"/>
              <a:ext cx="8453120" cy="1307465"/>
            </a:xfrm>
            <a:custGeom>
              <a:rect b="b" l="l" r="r" t="t"/>
              <a:pathLst>
                <a:path extrusionOk="0" h="1307465" w="8453120">
                  <a:moveTo>
                    <a:pt x="8453123" y="1306931"/>
                  </a:moveTo>
                  <a:lnTo>
                    <a:pt x="0" y="1306931"/>
                  </a:lnTo>
                  <a:lnTo>
                    <a:pt x="0" y="0"/>
                  </a:lnTo>
                  <a:lnTo>
                    <a:pt x="8453123" y="0"/>
                  </a:lnTo>
                  <a:lnTo>
                    <a:pt x="8453123" y="1306931"/>
                  </a:lnTo>
                  <a:close/>
                </a:path>
              </a:pathLst>
            </a:custGeom>
            <a:solidFill>
              <a:srgbClr val="E2E2A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 name="Google Shape;77;p7"/>
            <p:cNvSpPr/>
            <p:nvPr/>
          </p:nvSpPr>
          <p:spPr>
            <a:xfrm>
              <a:off x="0" y="4819"/>
              <a:ext cx="8473440" cy="1344295"/>
            </a:xfrm>
            <a:custGeom>
              <a:rect b="b" l="l" r="r" t="t"/>
              <a:pathLst>
                <a:path extrusionOk="0" h="1344295" w="8473440">
                  <a:moveTo>
                    <a:pt x="8453123" y="1343818"/>
                  </a:moveTo>
                  <a:lnTo>
                    <a:pt x="0" y="1343818"/>
                  </a:lnTo>
                  <a:lnTo>
                    <a:pt x="0" y="0"/>
                  </a:lnTo>
                  <a:lnTo>
                    <a:pt x="8453123" y="0"/>
                  </a:lnTo>
                  <a:lnTo>
                    <a:pt x="8461035" y="1456"/>
                  </a:lnTo>
                  <a:lnTo>
                    <a:pt x="8467482" y="5421"/>
                  </a:lnTo>
                  <a:lnTo>
                    <a:pt x="8471821" y="11285"/>
                  </a:lnTo>
                  <a:lnTo>
                    <a:pt x="8473037" y="16756"/>
                  </a:lnTo>
                  <a:lnTo>
                    <a:pt x="8473037" y="18439"/>
                  </a:lnTo>
                  <a:lnTo>
                    <a:pt x="20354" y="18439"/>
                  </a:lnTo>
                  <a:lnTo>
                    <a:pt x="20354" y="1325370"/>
                  </a:lnTo>
                  <a:lnTo>
                    <a:pt x="8473037" y="1325370"/>
                  </a:lnTo>
                  <a:lnTo>
                    <a:pt x="8473037" y="1327048"/>
                  </a:lnTo>
                  <a:lnTo>
                    <a:pt x="8471808" y="1332561"/>
                  </a:lnTo>
                  <a:lnTo>
                    <a:pt x="8467446" y="1338421"/>
                  </a:lnTo>
                  <a:lnTo>
                    <a:pt x="8460994" y="1342365"/>
                  </a:lnTo>
                  <a:lnTo>
                    <a:pt x="8453123" y="1343818"/>
                  </a:lnTo>
                  <a:close/>
                </a:path>
                <a:path extrusionOk="0" h="1344295" w="8473440">
                  <a:moveTo>
                    <a:pt x="8432835" y="36964"/>
                  </a:moveTo>
                  <a:lnTo>
                    <a:pt x="20354" y="36964"/>
                  </a:lnTo>
                  <a:lnTo>
                    <a:pt x="20354" y="18439"/>
                  </a:lnTo>
                  <a:lnTo>
                    <a:pt x="8432835" y="18439"/>
                  </a:lnTo>
                  <a:lnTo>
                    <a:pt x="8432835" y="36964"/>
                  </a:lnTo>
                  <a:close/>
                </a:path>
                <a:path extrusionOk="0" h="1344295" w="8473440">
                  <a:moveTo>
                    <a:pt x="8453123" y="1325370"/>
                  </a:moveTo>
                  <a:lnTo>
                    <a:pt x="8432835" y="1325370"/>
                  </a:lnTo>
                  <a:lnTo>
                    <a:pt x="8432835" y="18439"/>
                  </a:lnTo>
                  <a:lnTo>
                    <a:pt x="8453123" y="18439"/>
                  </a:lnTo>
                  <a:lnTo>
                    <a:pt x="8453123" y="36964"/>
                  </a:lnTo>
                  <a:lnTo>
                    <a:pt x="8473037" y="36964"/>
                  </a:lnTo>
                  <a:lnTo>
                    <a:pt x="8473037" y="1306931"/>
                  </a:lnTo>
                  <a:lnTo>
                    <a:pt x="8453123" y="1306931"/>
                  </a:lnTo>
                  <a:lnTo>
                    <a:pt x="8453123" y="1325370"/>
                  </a:lnTo>
                  <a:close/>
                </a:path>
                <a:path extrusionOk="0" h="1344295" w="8473440">
                  <a:moveTo>
                    <a:pt x="8473037" y="36964"/>
                  </a:moveTo>
                  <a:lnTo>
                    <a:pt x="8453123" y="36964"/>
                  </a:lnTo>
                  <a:lnTo>
                    <a:pt x="8453123" y="18439"/>
                  </a:lnTo>
                  <a:lnTo>
                    <a:pt x="8473037" y="18439"/>
                  </a:lnTo>
                  <a:lnTo>
                    <a:pt x="8473037" y="36964"/>
                  </a:lnTo>
                  <a:close/>
                </a:path>
                <a:path extrusionOk="0" h="1344295" w="8473440">
                  <a:moveTo>
                    <a:pt x="8432835" y="1325370"/>
                  </a:moveTo>
                  <a:lnTo>
                    <a:pt x="20354" y="1325370"/>
                  </a:lnTo>
                  <a:lnTo>
                    <a:pt x="20354" y="1306931"/>
                  </a:lnTo>
                  <a:lnTo>
                    <a:pt x="8432835" y="1306931"/>
                  </a:lnTo>
                  <a:lnTo>
                    <a:pt x="8432835" y="1325370"/>
                  </a:lnTo>
                  <a:close/>
                </a:path>
                <a:path extrusionOk="0" h="1344295" w="8473440">
                  <a:moveTo>
                    <a:pt x="8473037" y="1325370"/>
                  </a:moveTo>
                  <a:lnTo>
                    <a:pt x="8453123" y="1325370"/>
                  </a:lnTo>
                  <a:lnTo>
                    <a:pt x="8453123" y="1306931"/>
                  </a:lnTo>
                  <a:lnTo>
                    <a:pt x="8473037" y="1306931"/>
                  </a:lnTo>
                  <a:lnTo>
                    <a:pt x="8473037" y="132537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8" name="Google Shape;78;p7"/>
          <p:cNvSpPr txBox="1"/>
          <p:nvPr>
            <p:ph type="title"/>
          </p:nvPr>
        </p:nvSpPr>
        <p:spPr>
          <a:xfrm>
            <a:off x="27571" y="166370"/>
            <a:ext cx="8218170" cy="1190342"/>
          </a:xfrm>
          <a:prstGeom prst="rect">
            <a:avLst/>
          </a:prstGeom>
          <a:noFill/>
          <a:ln>
            <a:noFill/>
          </a:ln>
        </p:spPr>
        <p:txBody>
          <a:bodyPr anchorCtr="0" anchor="t" bIns="0" lIns="0" spcFirstLastPara="1" rIns="0" wrap="square" tIns="219475">
            <a:spAutoFit/>
          </a:bodyPr>
          <a:lstStyle/>
          <a:p>
            <a:pPr indent="0" lvl="0" marL="883919" rtl="0" algn="l">
              <a:lnSpc>
                <a:spcPct val="100000"/>
              </a:lnSpc>
              <a:spcBef>
                <a:spcPts val="0"/>
              </a:spcBef>
              <a:spcAft>
                <a:spcPts val="0"/>
              </a:spcAft>
              <a:buNone/>
            </a:pPr>
            <a:r>
              <a:rPr lang="en-US" sz="2550">
                <a:solidFill>
                  <a:srgbClr val="000000"/>
                </a:solidFill>
                <a:latin typeface="Times New Roman"/>
                <a:ea typeface="Times New Roman"/>
                <a:cs typeface="Times New Roman"/>
                <a:sym typeface="Times New Roman"/>
              </a:rPr>
              <a:t>Bharat Teeka Portal</a:t>
            </a:r>
            <a:endParaRPr sz="2550">
              <a:latin typeface="Times New Roman"/>
              <a:ea typeface="Times New Roman"/>
              <a:cs typeface="Times New Roman"/>
              <a:sym typeface="Times New Roman"/>
            </a:endParaRPr>
          </a:p>
        </p:txBody>
      </p:sp>
      <p:pic>
        <p:nvPicPr>
          <p:cNvPr id="79" name="Google Shape;79;p7"/>
          <p:cNvPicPr preferRelativeResize="0"/>
          <p:nvPr/>
        </p:nvPicPr>
        <p:blipFill rotWithShape="1">
          <a:blip r:embed="rId3">
            <a:alphaModFix/>
          </a:blip>
          <a:srcRect b="0" l="0" r="0" t="0"/>
          <a:stretch/>
        </p:blipFill>
        <p:spPr>
          <a:xfrm>
            <a:off x="2670000" y="1471087"/>
            <a:ext cx="3694961" cy="1251203"/>
          </a:xfrm>
          <a:prstGeom prst="rect">
            <a:avLst/>
          </a:prstGeom>
          <a:noFill/>
          <a:ln>
            <a:noFill/>
          </a:ln>
        </p:spPr>
      </p:pic>
      <p:sp>
        <p:nvSpPr>
          <p:cNvPr id="80" name="Google Shape;80;p7"/>
          <p:cNvSpPr txBox="1"/>
          <p:nvPr/>
        </p:nvSpPr>
        <p:spPr>
          <a:xfrm>
            <a:off x="2116309" y="2776509"/>
            <a:ext cx="4284900" cy="1747800"/>
          </a:xfrm>
          <a:prstGeom prst="rect">
            <a:avLst/>
          </a:prstGeom>
          <a:noFill/>
          <a:ln>
            <a:noFill/>
          </a:ln>
        </p:spPr>
        <p:txBody>
          <a:bodyPr anchorCtr="0" anchor="t" bIns="0" lIns="0" spcFirstLastPara="1" rIns="0" wrap="square" tIns="166350">
            <a:spAutoFit/>
          </a:bodyPr>
          <a:lstStyle/>
          <a:p>
            <a:pPr indent="0" lvl="0" marL="429259" rtl="0" algn="ctr">
              <a:lnSpc>
                <a:spcPct val="100000"/>
              </a:lnSpc>
              <a:spcBef>
                <a:spcPts val="0"/>
              </a:spcBef>
              <a:spcAft>
                <a:spcPts val="0"/>
              </a:spcAft>
              <a:buNone/>
            </a:pPr>
            <a:r>
              <a:rPr b="1" i="1" lang="en-US" sz="2850">
                <a:latin typeface="Times New Roman"/>
                <a:ea typeface="Times New Roman"/>
                <a:cs typeface="Times New Roman"/>
                <a:sym typeface="Times New Roman"/>
              </a:rPr>
              <a:t>GroupNo: 22</a:t>
            </a:r>
            <a:endParaRPr sz="2850">
              <a:latin typeface="Times New Roman"/>
              <a:ea typeface="Times New Roman"/>
              <a:cs typeface="Times New Roman"/>
              <a:sym typeface="Times New Roman"/>
            </a:endParaRPr>
          </a:p>
          <a:p>
            <a:pPr indent="0" lvl="0" marL="554355" rtl="0" algn="l">
              <a:lnSpc>
                <a:spcPct val="100000"/>
              </a:lnSpc>
              <a:spcBef>
                <a:spcPts val="1065"/>
              </a:spcBef>
              <a:spcAft>
                <a:spcPts val="0"/>
              </a:spcAft>
              <a:buNone/>
            </a:pPr>
            <a:r>
              <a:rPr b="1" lang="en-US" sz="2400">
                <a:latin typeface="Arial"/>
                <a:ea typeface="Arial"/>
                <a:cs typeface="Arial"/>
                <a:sym typeface="Arial"/>
              </a:rPr>
              <a:t>Guided By:</a:t>
            </a:r>
            <a:r>
              <a:rPr b="1" lang="en-US" sz="2400"/>
              <a:t>Bakul Joshi</a:t>
            </a:r>
            <a:endParaRPr sz="2400">
              <a:latin typeface="Arial"/>
              <a:ea typeface="Arial"/>
              <a:cs typeface="Arial"/>
              <a:sym typeface="Arial"/>
            </a:endParaRPr>
          </a:p>
          <a:p>
            <a:pPr indent="0" lvl="0" marL="12700" rtl="0" algn="l">
              <a:lnSpc>
                <a:spcPct val="100000"/>
              </a:lnSpc>
              <a:spcBef>
                <a:spcPts val="2070"/>
              </a:spcBef>
              <a:spcAft>
                <a:spcPts val="0"/>
              </a:spcAft>
              <a:buNone/>
            </a:pPr>
            <a:r>
              <a:rPr b="1" lang="en-US" sz="2400">
                <a:latin typeface="Arial"/>
                <a:ea typeface="Arial"/>
                <a:cs typeface="Arial"/>
                <a:sym typeface="Arial"/>
              </a:rPr>
              <a:t>Team Members:</a:t>
            </a:r>
            <a:endParaRPr sz="2400">
              <a:latin typeface="Arial"/>
              <a:ea typeface="Arial"/>
              <a:cs typeface="Arial"/>
              <a:sym typeface="Arial"/>
            </a:endParaRPr>
          </a:p>
        </p:txBody>
      </p:sp>
      <p:graphicFrame>
        <p:nvGraphicFramePr>
          <p:cNvPr id="81" name="Google Shape;81;p7"/>
          <p:cNvGraphicFramePr/>
          <p:nvPr/>
        </p:nvGraphicFramePr>
        <p:xfrm>
          <a:off x="2096663" y="4719277"/>
          <a:ext cx="3000000" cy="3000000"/>
        </p:xfrm>
        <a:graphic>
          <a:graphicData uri="http://schemas.openxmlformats.org/drawingml/2006/table">
            <a:tbl>
              <a:tblPr bandRow="1" firstRow="1">
                <a:noFill/>
                <a:tableStyleId>{5EE81BF6-FEFD-4462-8BE9-E4CB19BACCB2}</a:tableStyleId>
              </a:tblPr>
              <a:tblGrid>
                <a:gridCol w="3180075"/>
                <a:gridCol w="2453000"/>
              </a:tblGrid>
              <a:tr h="305425">
                <a:tc>
                  <a:txBody>
                    <a:bodyPr/>
                    <a:lstStyle/>
                    <a:p>
                      <a:pPr indent="0" lvl="0" marL="31750" marR="0" rtl="0" algn="l">
                        <a:lnSpc>
                          <a:spcPct val="110243"/>
                        </a:lnSpc>
                        <a:spcBef>
                          <a:spcPts val="0"/>
                        </a:spcBef>
                        <a:spcAft>
                          <a:spcPts val="0"/>
                        </a:spcAft>
                        <a:buNone/>
                      </a:pPr>
                      <a:r>
                        <a:rPr b="1" i="1" lang="en-US" sz="2050">
                          <a:latin typeface="Times New Roman"/>
                          <a:ea typeface="Times New Roman"/>
                          <a:cs typeface="Times New Roman"/>
                          <a:sym typeface="Times New Roman"/>
                        </a:rPr>
                        <a:t>Anurag Yadav </a:t>
                      </a:r>
                      <a:endParaRPr sz="2050" u="none" cap="none" strike="noStrike">
                        <a:latin typeface="Times New Roman"/>
                        <a:ea typeface="Times New Roman"/>
                        <a:cs typeface="Times New Roman"/>
                        <a:sym typeface="Times New Roman"/>
                      </a:endParaRPr>
                    </a:p>
                  </a:txBody>
                  <a:tcPr marT="0" marB="0" marR="0" marL="0"/>
                </a:tc>
                <a:tc>
                  <a:txBody>
                    <a:bodyPr/>
                    <a:lstStyle/>
                    <a:p>
                      <a:pPr indent="0" lvl="0" marL="769620" marR="0" rtl="0" algn="l">
                        <a:lnSpc>
                          <a:spcPct val="110000"/>
                        </a:lnSpc>
                        <a:spcBef>
                          <a:spcPts val="0"/>
                        </a:spcBef>
                        <a:spcAft>
                          <a:spcPts val="0"/>
                        </a:spcAft>
                        <a:buNone/>
                      </a:pPr>
                      <a:r>
                        <a:rPr b="1" i="1" lang="en-US" sz="2050" u="none" cap="none" strike="noStrike">
                          <a:latin typeface="Times New Roman"/>
                          <a:ea typeface="Times New Roman"/>
                          <a:cs typeface="Times New Roman"/>
                          <a:sym typeface="Times New Roman"/>
                        </a:rPr>
                        <a:t>2508430200</a:t>
                      </a:r>
                      <a:r>
                        <a:rPr b="1" i="1" lang="en-US" sz="2050">
                          <a:latin typeface="Times New Roman"/>
                          <a:ea typeface="Times New Roman"/>
                          <a:cs typeface="Times New Roman"/>
                          <a:sym typeface="Times New Roman"/>
                        </a:rPr>
                        <a:t>17</a:t>
                      </a:r>
                      <a:endParaRPr sz="2050" u="none" cap="none" strike="noStrike">
                        <a:latin typeface="Times New Roman"/>
                        <a:ea typeface="Times New Roman"/>
                        <a:cs typeface="Times New Roman"/>
                        <a:sym typeface="Times New Roman"/>
                      </a:endParaRPr>
                    </a:p>
                  </a:txBody>
                  <a:tcPr marT="0" marB="0" marR="0" marL="0"/>
                </a:tc>
              </a:tr>
              <a:tr h="320050">
                <a:tc>
                  <a:txBody>
                    <a:bodyPr/>
                    <a:lstStyle/>
                    <a:p>
                      <a:pPr indent="0" lvl="0" marL="31750" marR="0" rtl="0" algn="l">
                        <a:lnSpc>
                          <a:spcPct val="116097"/>
                        </a:lnSpc>
                        <a:spcBef>
                          <a:spcPts val="0"/>
                        </a:spcBef>
                        <a:spcAft>
                          <a:spcPts val="0"/>
                        </a:spcAft>
                        <a:buNone/>
                      </a:pPr>
                      <a:r>
                        <a:rPr b="1" i="1" lang="en-US" sz="2050">
                          <a:latin typeface="Times New Roman"/>
                          <a:ea typeface="Times New Roman"/>
                          <a:cs typeface="Times New Roman"/>
                          <a:sym typeface="Times New Roman"/>
                        </a:rPr>
                        <a:t>Digvijay Kapurkar</a:t>
                      </a:r>
                      <a:endParaRPr sz="2050" u="none" cap="none" strike="noStrike">
                        <a:latin typeface="Times New Roman"/>
                        <a:ea typeface="Times New Roman"/>
                        <a:cs typeface="Times New Roman"/>
                        <a:sym typeface="Times New Roman"/>
                      </a:endParaRPr>
                    </a:p>
                  </a:txBody>
                  <a:tcPr marT="0" marB="0" marR="0" marL="0"/>
                </a:tc>
                <a:tc>
                  <a:txBody>
                    <a:bodyPr/>
                    <a:lstStyle/>
                    <a:p>
                      <a:pPr indent="0" lvl="0" marL="769620" marR="0" rtl="0" algn="l">
                        <a:lnSpc>
                          <a:spcPct val="115365"/>
                        </a:lnSpc>
                        <a:spcBef>
                          <a:spcPts val="0"/>
                        </a:spcBef>
                        <a:spcAft>
                          <a:spcPts val="0"/>
                        </a:spcAft>
                        <a:buNone/>
                      </a:pPr>
                      <a:r>
                        <a:rPr b="1" i="1" lang="en-US" sz="2050" u="none" cap="none" strike="noStrike">
                          <a:latin typeface="Times New Roman"/>
                          <a:ea typeface="Times New Roman"/>
                          <a:cs typeface="Times New Roman"/>
                          <a:sym typeface="Times New Roman"/>
                        </a:rPr>
                        <a:t>2508430200</a:t>
                      </a:r>
                      <a:r>
                        <a:rPr b="1" i="1" lang="en-US" sz="2050">
                          <a:latin typeface="Times New Roman"/>
                          <a:ea typeface="Times New Roman"/>
                          <a:cs typeface="Times New Roman"/>
                          <a:sym typeface="Times New Roman"/>
                        </a:rPr>
                        <a:t>29</a:t>
                      </a:r>
                      <a:endParaRPr sz="2050" u="none" cap="none" strike="noStrike">
                        <a:latin typeface="Times New Roman"/>
                        <a:ea typeface="Times New Roman"/>
                        <a:cs typeface="Times New Roman"/>
                        <a:sym typeface="Times New Roman"/>
                      </a:endParaRPr>
                    </a:p>
                  </a:txBody>
                  <a:tcPr marT="0" marB="0" marR="0" marL="0"/>
                </a:tc>
              </a:tr>
              <a:tr h="320050">
                <a:tc>
                  <a:txBody>
                    <a:bodyPr/>
                    <a:lstStyle/>
                    <a:p>
                      <a:pPr indent="0" lvl="0" marL="31750" marR="0" rtl="0" algn="l">
                        <a:lnSpc>
                          <a:spcPct val="116341"/>
                        </a:lnSpc>
                        <a:spcBef>
                          <a:spcPts val="0"/>
                        </a:spcBef>
                        <a:spcAft>
                          <a:spcPts val="0"/>
                        </a:spcAft>
                        <a:buNone/>
                      </a:pPr>
                      <a:r>
                        <a:rPr b="1" i="1" lang="en-US" sz="2050">
                          <a:latin typeface="Times New Roman"/>
                          <a:ea typeface="Times New Roman"/>
                          <a:cs typeface="Times New Roman"/>
                          <a:sym typeface="Times New Roman"/>
                        </a:rPr>
                        <a:t>Sujit Wandre</a:t>
                      </a:r>
                      <a:endParaRPr sz="2050" u="none" cap="none" strike="noStrike">
                        <a:latin typeface="Times New Roman"/>
                        <a:ea typeface="Times New Roman"/>
                        <a:cs typeface="Times New Roman"/>
                        <a:sym typeface="Times New Roman"/>
                      </a:endParaRPr>
                    </a:p>
                  </a:txBody>
                  <a:tcPr marT="0" marB="0" marR="0" marL="0"/>
                </a:tc>
                <a:tc>
                  <a:txBody>
                    <a:bodyPr/>
                    <a:lstStyle/>
                    <a:p>
                      <a:pPr indent="0" lvl="0" marL="835660" marR="0" rtl="0" algn="l">
                        <a:lnSpc>
                          <a:spcPct val="115121"/>
                        </a:lnSpc>
                        <a:spcBef>
                          <a:spcPts val="0"/>
                        </a:spcBef>
                        <a:spcAft>
                          <a:spcPts val="0"/>
                        </a:spcAft>
                        <a:buNone/>
                      </a:pPr>
                      <a:r>
                        <a:rPr b="1" i="1" lang="en-US" sz="2050" u="none" cap="none" strike="noStrike">
                          <a:latin typeface="Times New Roman"/>
                          <a:ea typeface="Times New Roman"/>
                          <a:cs typeface="Times New Roman"/>
                          <a:sym typeface="Times New Roman"/>
                        </a:rPr>
                        <a:t>250843020</a:t>
                      </a:r>
                      <a:r>
                        <a:rPr b="1" i="1" lang="en-US" sz="2050">
                          <a:latin typeface="Times New Roman"/>
                          <a:ea typeface="Times New Roman"/>
                          <a:cs typeface="Times New Roman"/>
                          <a:sym typeface="Times New Roman"/>
                        </a:rPr>
                        <a:t>115</a:t>
                      </a:r>
                      <a:endParaRPr sz="2050" u="none" cap="none" strike="noStrike">
                        <a:latin typeface="Times New Roman"/>
                        <a:ea typeface="Times New Roman"/>
                        <a:cs typeface="Times New Roman"/>
                        <a:sym typeface="Times New Roman"/>
                      </a:endParaRPr>
                    </a:p>
                  </a:txBody>
                  <a:tcPr marT="0" marB="0" marR="0" marL="0"/>
                </a:tc>
              </a:tr>
              <a:tr h="320050">
                <a:tc>
                  <a:txBody>
                    <a:bodyPr/>
                    <a:lstStyle/>
                    <a:p>
                      <a:pPr indent="0" lvl="0" marL="97790" marR="0" rtl="0" algn="l">
                        <a:lnSpc>
                          <a:spcPct val="116341"/>
                        </a:lnSpc>
                        <a:spcBef>
                          <a:spcPts val="0"/>
                        </a:spcBef>
                        <a:spcAft>
                          <a:spcPts val="0"/>
                        </a:spcAft>
                        <a:buNone/>
                      </a:pPr>
                      <a:r>
                        <a:rPr b="1" i="1" lang="en-US" sz="2050">
                          <a:latin typeface="Times New Roman"/>
                          <a:ea typeface="Times New Roman"/>
                          <a:cs typeface="Times New Roman"/>
                          <a:sym typeface="Times New Roman"/>
                        </a:rPr>
                        <a:t>Ajay Jadhav</a:t>
                      </a:r>
                      <a:endParaRPr sz="2050" u="none" cap="none" strike="noStrike">
                        <a:latin typeface="Times New Roman"/>
                        <a:ea typeface="Times New Roman"/>
                        <a:cs typeface="Times New Roman"/>
                        <a:sym typeface="Times New Roman"/>
                      </a:endParaRPr>
                    </a:p>
                  </a:txBody>
                  <a:tcPr marT="0" marB="0" marR="0" marL="0"/>
                </a:tc>
                <a:tc>
                  <a:txBody>
                    <a:bodyPr/>
                    <a:lstStyle/>
                    <a:p>
                      <a:pPr indent="0" lvl="0" marL="769620" marR="0" rtl="0" algn="l">
                        <a:lnSpc>
                          <a:spcPct val="114878"/>
                        </a:lnSpc>
                        <a:spcBef>
                          <a:spcPts val="0"/>
                        </a:spcBef>
                        <a:spcAft>
                          <a:spcPts val="0"/>
                        </a:spcAft>
                        <a:buNone/>
                      </a:pPr>
                      <a:r>
                        <a:rPr b="1" i="1" lang="en-US" sz="2050" u="none" cap="none" strike="noStrike">
                          <a:latin typeface="Times New Roman"/>
                          <a:ea typeface="Times New Roman"/>
                          <a:cs typeface="Times New Roman"/>
                          <a:sym typeface="Times New Roman"/>
                        </a:rPr>
                        <a:t>2508430200</a:t>
                      </a:r>
                      <a:r>
                        <a:rPr b="1" i="1" lang="en-US" sz="2050">
                          <a:latin typeface="Times New Roman"/>
                          <a:ea typeface="Times New Roman"/>
                          <a:cs typeface="Times New Roman"/>
                          <a:sym typeface="Times New Roman"/>
                        </a:rPr>
                        <a:t>06</a:t>
                      </a:r>
                      <a:endParaRPr sz="2050" u="none" cap="none" strike="noStrike">
                        <a:latin typeface="Times New Roman"/>
                        <a:ea typeface="Times New Roman"/>
                        <a:cs typeface="Times New Roman"/>
                        <a:sym typeface="Times New Roman"/>
                      </a:endParaRPr>
                    </a:p>
                  </a:txBody>
                  <a:tcPr marT="0" marB="0" marR="0" marL="0"/>
                </a:tc>
              </a:tr>
              <a:tr h="308600">
                <a:tc>
                  <a:txBody>
                    <a:bodyPr/>
                    <a:lstStyle/>
                    <a:p>
                      <a:pPr indent="0" lvl="0" marL="31750" marR="0" rtl="0" algn="l">
                        <a:lnSpc>
                          <a:spcPct val="113658"/>
                        </a:lnSpc>
                        <a:spcBef>
                          <a:spcPts val="0"/>
                        </a:spcBef>
                        <a:spcAft>
                          <a:spcPts val="0"/>
                        </a:spcAft>
                        <a:buNone/>
                      </a:pPr>
                      <a:r>
                        <a:t/>
                      </a:r>
                      <a:endParaRPr sz="2050" u="none" cap="none" strike="noStrike">
                        <a:latin typeface="Times New Roman"/>
                        <a:ea typeface="Times New Roman"/>
                        <a:cs typeface="Times New Roman"/>
                        <a:sym typeface="Times New Roman"/>
                      </a:endParaRPr>
                    </a:p>
                  </a:txBody>
                  <a:tcPr marT="0" marB="0" marR="0" marL="0"/>
                </a:tc>
                <a:tc>
                  <a:txBody>
                    <a:bodyPr/>
                    <a:lstStyle/>
                    <a:p>
                      <a:pPr indent="0" lvl="0" marL="769620" marR="0" rtl="0" algn="l">
                        <a:lnSpc>
                          <a:spcPct val="113658"/>
                        </a:lnSpc>
                        <a:spcBef>
                          <a:spcPts val="0"/>
                        </a:spcBef>
                        <a:spcAft>
                          <a:spcPts val="0"/>
                        </a:spcAft>
                        <a:buNone/>
                      </a:pPr>
                      <a:r>
                        <a:t/>
                      </a:r>
                      <a:endParaRPr sz="2050" u="none" cap="none" strike="noStrike">
                        <a:latin typeface="Times New Roman"/>
                        <a:ea typeface="Times New Roman"/>
                        <a:cs typeface="Times New Roman"/>
                        <a:sym typeface="Times New Roman"/>
                      </a:endParaRPr>
                    </a:p>
                  </a:txBody>
                  <a:tcPr marT="0" marB="0" marR="0" marL="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8"/>
          <p:cNvSpPr txBox="1"/>
          <p:nvPr>
            <p:ph type="title"/>
          </p:nvPr>
        </p:nvSpPr>
        <p:spPr>
          <a:xfrm>
            <a:off x="231139" y="917206"/>
            <a:ext cx="5562600" cy="6756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4250">
                <a:latin typeface="Times New Roman"/>
                <a:ea typeface="Times New Roman"/>
                <a:cs typeface="Times New Roman"/>
                <a:sym typeface="Times New Roman"/>
              </a:rPr>
              <a:t>Introduction To Project</a:t>
            </a:r>
            <a:endParaRPr sz="4250">
              <a:latin typeface="Times New Roman"/>
              <a:ea typeface="Times New Roman"/>
              <a:cs typeface="Times New Roman"/>
              <a:sym typeface="Times New Roman"/>
            </a:endParaRPr>
          </a:p>
        </p:txBody>
      </p:sp>
      <p:pic>
        <p:nvPicPr>
          <p:cNvPr id="87" name="Google Shape;87;p8"/>
          <p:cNvPicPr preferRelativeResize="0"/>
          <p:nvPr/>
        </p:nvPicPr>
        <p:blipFill rotWithShape="1">
          <a:blip r:embed="rId3">
            <a:alphaModFix/>
          </a:blip>
          <a:srcRect b="0" l="0" r="0" t="0"/>
          <a:stretch/>
        </p:blipFill>
        <p:spPr>
          <a:xfrm>
            <a:off x="714584" y="1984062"/>
            <a:ext cx="85724" cy="85724"/>
          </a:xfrm>
          <a:prstGeom prst="rect">
            <a:avLst/>
          </a:prstGeom>
          <a:noFill/>
          <a:ln>
            <a:noFill/>
          </a:ln>
        </p:spPr>
      </p:pic>
      <p:sp>
        <p:nvSpPr>
          <p:cNvPr id="88" name="Google Shape;88;p8"/>
          <p:cNvSpPr txBox="1"/>
          <p:nvPr/>
        </p:nvSpPr>
        <p:spPr>
          <a:xfrm>
            <a:off x="926912" y="1874297"/>
            <a:ext cx="8162400" cy="53232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050">
            <a:spAutoFit/>
          </a:bodyPr>
          <a:lstStyle/>
          <a:p>
            <a:pPr indent="0" lvl="0" marL="0" rtl="0" algn="l">
              <a:lnSpc>
                <a:spcPct val="115000"/>
              </a:lnSpc>
              <a:spcBef>
                <a:spcPts val="1200"/>
              </a:spcBef>
              <a:spcAft>
                <a:spcPts val="0"/>
              </a:spcAft>
              <a:buClr>
                <a:schemeClr val="dk1"/>
              </a:buClr>
              <a:buSzPts val="1100"/>
              <a:buFont typeface="Arial"/>
              <a:buNone/>
            </a:pPr>
            <a:r>
              <a:rPr lang="en-US" sz="2100"/>
              <a:t>PayPlate is an automated restaurant billing system designed to replace manual and outdated billing methods. It streamlines order processing, billing, and payment by integrating menu items, taxes, discounts, and invoices into a single platform.</a:t>
            </a:r>
            <a:endParaRPr sz="2100"/>
          </a:p>
          <a:p>
            <a:pPr indent="0" lvl="0" marL="0" rtl="0" algn="l">
              <a:lnSpc>
                <a:spcPct val="115000"/>
              </a:lnSpc>
              <a:spcBef>
                <a:spcPts val="1200"/>
              </a:spcBef>
              <a:spcAft>
                <a:spcPts val="0"/>
              </a:spcAft>
              <a:buClr>
                <a:schemeClr val="dk1"/>
              </a:buClr>
              <a:buSzPts val="1100"/>
              <a:buFont typeface="Arial"/>
              <a:buNone/>
            </a:pPr>
            <a:r>
              <a:rPr lang="en-US" sz="2100"/>
              <a:t>The system improves accuracy, reduces billing delays, and supports faster customer service, especially during high-volume operations. PayPlate also provides real-time sales reports and performance insights to help restaurant owners track revenue efficiently.</a:t>
            </a:r>
            <a:endParaRPr sz="2100"/>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Goals:</a:t>
            </a:r>
            <a:endParaRPr b="1" sz="17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US" sz="1700">
                <a:solidFill>
                  <a:schemeClr val="dk1"/>
                </a:solidFill>
              </a:rPr>
              <a:t>Automate billing and invoice generation</a:t>
            </a:r>
            <a:endParaRPr sz="17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700">
                <a:solidFill>
                  <a:schemeClr val="dk1"/>
                </a:solidFill>
              </a:rPr>
              <a:t>Improve speed, accuracy, and security</a:t>
            </a:r>
            <a:endParaRPr sz="17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700">
                <a:solidFill>
                  <a:schemeClr val="dk1"/>
                </a:solidFill>
              </a:rPr>
              <a:t>Enhance customer satisfaction through quick payments</a:t>
            </a:r>
            <a:br>
              <a:rPr lang="en-US" sz="1100">
                <a:solidFill>
                  <a:schemeClr val="dk1"/>
                </a:solidFill>
              </a:rPr>
            </a:br>
            <a:endParaRPr sz="1100">
              <a:solidFill>
                <a:schemeClr val="dk1"/>
              </a:solidFill>
            </a:endParaRPr>
          </a:p>
          <a:p>
            <a:pPr indent="0" lvl="0" marL="12700" marR="5080" rtl="0" algn="l">
              <a:lnSpc>
                <a:spcPct val="133900"/>
              </a:lnSpc>
              <a:spcBef>
                <a:spcPts val="1200"/>
              </a:spcBef>
              <a:spcAft>
                <a:spcPts val="0"/>
              </a:spcAft>
              <a:buNone/>
            </a:pPr>
            <a:r>
              <a:t/>
            </a:r>
            <a:endParaRPr sz="2100"/>
          </a:p>
        </p:txBody>
      </p:sp>
      <p:pic>
        <p:nvPicPr>
          <p:cNvPr id="89" name="Google Shape;89;p8"/>
          <p:cNvPicPr preferRelativeResize="0"/>
          <p:nvPr/>
        </p:nvPicPr>
        <p:blipFill rotWithShape="1">
          <a:blip r:embed="rId3">
            <a:alphaModFix/>
          </a:blip>
          <a:srcRect b="0" l="0" r="0" t="0"/>
          <a:stretch/>
        </p:blipFill>
        <p:spPr>
          <a:xfrm>
            <a:off x="714584" y="3614737"/>
            <a:ext cx="85724" cy="85724"/>
          </a:xfrm>
          <a:prstGeom prst="rect">
            <a:avLst/>
          </a:prstGeom>
          <a:noFill/>
          <a:ln>
            <a:noFill/>
          </a:ln>
        </p:spPr>
      </p:pic>
      <p:pic>
        <p:nvPicPr>
          <p:cNvPr id="90" name="Google Shape;90;p8"/>
          <p:cNvPicPr preferRelativeResize="0"/>
          <p:nvPr/>
        </p:nvPicPr>
        <p:blipFill rotWithShape="1">
          <a:blip r:embed="rId3">
            <a:alphaModFix/>
          </a:blip>
          <a:srcRect b="0" l="0" r="0" t="0"/>
          <a:stretch/>
        </p:blipFill>
        <p:spPr>
          <a:xfrm flipH="1" rot="10800000">
            <a:off x="733050" y="5245400"/>
            <a:ext cx="81200" cy="81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9"/>
          <p:cNvSpPr txBox="1"/>
          <p:nvPr>
            <p:ph type="title"/>
          </p:nvPr>
        </p:nvSpPr>
        <p:spPr>
          <a:xfrm>
            <a:off x="27571" y="166370"/>
            <a:ext cx="8218170" cy="1190342"/>
          </a:xfrm>
          <a:prstGeom prst="rect">
            <a:avLst/>
          </a:prstGeom>
          <a:noFill/>
          <a:ln>
            <a:noFill/>
          </a:ln>
        </p:spPr>
        <p:txBody>
          <a:bodyPr anchorCtr="0" anchor="t" bIns="0" lIns="0" spcFirstLastPara="1" rIns="0" wrap="square" tIns="498475">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Hardware And Software Requirements</a:t>
            </a:r>
            <a:endParaRPr/>
          </a:p>
        </p:txBody>
      </p:sp>
      <p:sp>
        <p:nvSpPr>
          <p:cNvPr id="96" name="Google Shape;96;p9"/>
          <p:cNvSpPr txBox="1"/>
          <p:nvPr/>
        </p:nvSpPr>
        <p:spPr>
          <a:xfrm>
            <a:off x="398155" y="1668857"/>
            <a:ext cx="3808800" cy="2387700"/>
          </a:xfrm>
          <a:prstGeom prst="rect">
            <a:avLst/>
          </a:prstGeom>
          <a:noFill/>
          <a:ln>
            <a:noFill/>
          </a:ln>
        </p:spPr>
        <p:txBody>
          <a:bodyPr anchorCtr="0" anchor="t" bIns="0" lIns="0" spcFirstLastPara="1" rIns="0" wrap="square" tIns="96500">
            <a:spAutoFit/>
          </a:bodyPr>
          <a:lstStyle/>
          <a:p>
            <a:pPr indent="-50165" lvl="0" marL="62230" rtl="0" algn="l">
              <a:lnSpc>
                <a:spcPct val="100000"/>
              </a:lnSpc>
              <a:spcBef>
                <a:spcPts val="0"/>
              </a:spcBef>
              <a:spcAft>
                <a:spcPts val="0"/>
              </a:spcAft>
              <a:buNone/>
            </a:pPr>
            <a:r>
              <a:rPr b="1" lang="en-US" sz="2300">
                <a:latin typeface="Times New Roman"/>
                <a:ea typeface="Times New Roman"/>
                <a:cs typeface="Times New Roman"/>
                <a:sym typeface="Times New Roman"/>
              </a:rPr>
              <a:t>Hardware Requirements:-</a:t>
            </a:r>
            <a:endParaRPr sz="2300">
              <a:latin typeface="Times New Roman"/>
              <a:ea typeface="Times New Roman"/>
              <a:cs typeface="Times New Roman"/>
              <a:sym typeface="Times New Roman"/>
            </a:endParaRPr>
          </a:p>
          <a:p>
            <a:pPr indent="0" lvl="0" marL="62230" marR="487680" rtl="0" algn="l">
              <a:lnSpc>
                <a:spcPct val="103809"/>
              </a:lnSpc>
              <a:spcBef>
                <a:spcPts val="944"/>
              </a:spcBef>
              <a:spcAft>
                <a:spcPts val="0"/>
              </a:spcAft>
              <a:buNone/>
            </a:pPr>
            <a:r>
              <a:rPr lang="en-US" sz="2100">
                <a:latin typeface="Arial"/>
                <a:ea typeface="Arial"/>
                <a:cs typeface="Arial"/>
                <a:sym typeface="Arial"/>
              </a:rPr>
              <a:t>Processor: Intel i3 </a:t>
            </a:r>
            <a:endParaRPr sz="2100"/>
          </a:p>
          <a:p>
            <a:pPr indent="0" lvl="0" marL="62230" marR="487680" rtl="0" algn="l">
              <a:lnSpc>
                <a:spcPct val="103809"/>
              </a:lnSpc>
              <a:spcBef>
                <a:spcPts val="944"/>
              </a:spcBef>
              <a:spcAft>
                <a:spcPts val="0"/>
              </a:spcAft>
              <a:buNone/>
            </a:pPr>
            <a:r>
              <a:rPr lang="en-US" sz="2100">
                <a:latin typeface="Arial"/>
                <a:ea typeface="Arial"/>
                <a:cs typeface="Arial"/>
                <a:sym typeface="Arial"/>
              </a:rPr>
              <a:t>higher RAM: Minimum 4 GB</a:t>
            </a:r>
            <a:endParaRPr sz="2100">
              <a:latin typeface="Arial"/>
              <a:ea typeface="Arial"/>
              <a:cs typeface="Arial"/>
              <a:sym typeface="Arial"/>
            </a:endParaRPr>
          </a:p>
          <a:p>
            <a:pPr indent="0" lvl="0" marL="87630" rtl="0" algn="l">
              <a:lnSpc>
                <a:spcPct val="94130"/>
              </a:lnSpc>
              <a:spcBef>
                <a:spcPts val="0"/>
              </a:spcBef>
              <a:spcAft>
                <a:spcPts val="0"/>
              </a:spcAft>
              <a:buNone/>
            </a:pPr>
            <a:r>
              <a:rPr lang="en-US" sz="2300">
                <a:latin typeface="Arial"/>
                <a:ea typeface="Arial"/>
                <a:cs typeface="Arial"/>
                <a:sym typeface="Arial"/>
              </a:rPr>
              <a:t>Browser: Google Chrome or</a:t>
            </a:r>
            <a:endParaRPr sz="2300">
              <a:latin typeface="Arial"/>
              <a:ea typeface="Arial"/>
              <a:cs typeface="Arial"/>
              <a:sym typeface="Arial"/>
            </a:endParaRPr>
          </a:p>
          <a:p>
            <a:pPr indent="0" lvl="0" marL="87630" rtl="0" algn="l">
              <a:lnSpc>
                <a:spcPct val="112173"/>
              </a:lnSpc>
              <a:spcBef>
                <a:spcPts val="0"/>
              </a:spcBef>
              <a:spcAft>
                <a:spcPts val="0"/>
              </a:spcAft>
              <a:buNone/>
            </a:pPr>
            <a:r>
              <a:rPr lang="en-US" sz="2300">
                <a:latin typeface="Arial"/>
                <a:ea typeface="Arial"/>
                <a:cs typeface="Arial"/>
                <a:sym typeface="Arial"/>
              </a:rPr>
              <a:t>Mozilla Firefox</a:t>
            </a:r>
            <a:endParaRPr sz="2300">
              <a:latin typeface="Arial"/>
              <a:ea typeface="Arial"/>
              <a:cs typeface="Arial"/>
              <a:sym typeface="Arial"/>
            </a:endParaRPr>
          </a:p>
        </p:txBody>
      </p:sp>
      <p:pic>
        <p:nvPicPr>
          <p:cNvPr id="97" name="Google Shape;97;p9"/>
          <p:cNvPicPr preferRelativeResize="0"/>
          <p:nvPr/>
        </p:nvPicPr>
        <p:blipFill rotWithShape="1">
          <a:blip r:embed="rId3">
            <a:alphaModFix/>
          </a:blip>
          <a:srcRect b="0" l="0" r="0" t="0"/>
          <a:stretch/>
        </p:blipFill>
        <p:spPr>
          <a:xfrm>
            <a:off x="253097" y="3420674"/>
            <a:ext cx="76199" cy="76199"/>
          </a:xfrm>
          <a:prstGeom prst="rect">
            <a:avLst/>
          </a:prstGeom>
          <a:noFill/>
          <a:ln>
            <a:noFill/>
          </a:ln>
        </p:spPr>
      </p:pic>
      <p:pic>
        <p:nvPicPr>
          <p:cNvPr id="98" name="Google Shape;98;p9"/>
          <p:cNvPicPr preferRelativeResize="0"/>
          <p:nvPr/>
        </p:nvPicPr>
        <p:blipFill rotWithShape="1">
          <a:blip r:embed="rId3">
            <a:alphaModFix/>
          </a:blip>
          <a:srcRect b="0" l="0" r="0" t="0"/>
          <a:stretch/>
        </p:blipFill>
        <p:spPr>
          <a:xfrm>
            <a:off x="253097" y="2350587"/>
            <a:ext cx="76199" cy="76199"/>
          </a:xfrm>
          <a:prstGeom prst="rect">
            <a:avLst/>
          </a:prstGeom>
          <a:noFill/>
          <a:ln>
            <a:noFill/>
          </a:ln>
        </p:spPr>
      </p:pic>
      <p:pic>
        <p:nvPicPr>
          <p:cNvPr id="99" name="Google Shape;99;p9"/>
          <p:cNvPicPr preferRelativeResize="0"/>
          <p:nvPr/>
        </p:nvPicPr>
        <p:blipFill rotWithShape="1">
          <a:blip r:embed="rId4">
            <a:alphaModFix/>
          </a:blip>
          <a:srcRect b="0" l="0" r="0" t="0"/>
          <a:stretch/>
        </p:blipFill>
        <p:spPr>
          <a:xfrm>
            <a:off x="248348" y="2880862"/>
            <a:ext cx="85724" cy="85724"/>
          </a:xfrm>
          <a:prstGeom prst="rect">
            <a:avLst/>
          </a:prstGeom>
          <a:noFill/>
          <a:ln>
            <a:noFill/>
          </a:ln>
        </p:spPr>
      </p:pic>
      <p:pic>
        <p:nvPicPr>
          <p:cNvPr id="100" name="Google Shape;100;p9"/>
          <p:cNvPicPr preferRelativeResize="0"/>
          <p:nvPr/>
        </p:nvPicPr>
        <p:blipFill rotWithShape="1">
          <a:blip r:embed="rId3">
            <a:alphaModFix/>
          </a:blip>
          <a:srcRect b="0" l="0" r="0" t="0"/>
          <a:stretch/>
        </p:blipFill>
        <p:spPr>
          <a:xfrm>
            <a:off x="4415896" y="2909319"/>
            <a:ext cx="76199" cy="76199"/>
          </a:xfrm>
          <a:prstGeom prst="rect">
            <a:avLst/>
          </a:prstGeom>
          <a:noFill/>
          <a:ln>
            <a:noFill/>
          </a:ln>
        </p:spPr>
      </p:pic>
      <p:pic>
        <p:nvPicPr>
          <p:cNvPr id="101" name="Google Shape;101;p9"/>
          <p:cNvPicPr preferRelativeResize="0"/>
          <p:nvPr/>
        </p:nvPicPr>
        <p:blipFill rotWithShape="1">
          <a:blip r:embed="rId3">
            <a:alphaModFix/>
          </a:blip>
          <a:srcRect b="0" l="0" r="0" t="0"/>
          <a:stretch/>
        </p:blipFill>
        <p:spPr>
          <a:xfrm>
            <a:off x="4415896" y="3804669"/>
            <a:ext cx="76199" cy="76199"/>
          </a:xfrm>
          <a:prstGeom prst="rect">
            <a:avLst/>
          </a:prstGeom>
          <a:noFill/>
          <a:ln>
            <a:noFill/>
          </a:ln>
        </p:spPr>
      </p:pic>
      <p:pic>
        <p:nvPicPr>
          <p:cNvPr id="102" name="Google Shape;102;p9"/>
          <p:cNvPicPr preferRelativeResize="0"/>
          <p:nvPr/>
        </p:nvPicPr>
        <p:blipFill rotWithShape="1">
          <a:blip r:embed="rId3">
            <a:alphaModFix/>
          </a:blip>
          <a:srcRect b="0" l="0" r="0" t="0"/>
          <a:stretch/>
        </p:blipFill>
        <p:spPr>
          <a:xfrm>
            <a:off x="4415896" y="5147694"/>
            <a:ext cx="76199" cy="76199"/>
          </a:xfrm>
          <a:prstGeom prst="rect">
            <a:avLst/>
          </a:prstGeom>
          <a:noFill/>
          <a:ln>
            <a:noFill/>
          </a:ln>
        </p:spPr>
      </p:pic>
      <p:pic>
        <p:nvPicPr>
          <p:cNvPr id="103" name="Google Shape;103;p9"/>
          <p:cNvPicPr preferRelativeResize="0"/>
          <p:nvPr/>
        </p:nvPicPr>
        <p:blipFill rotWithShape="1">
          <a:blip r:embed="rId3">
            <a:alphaModFix/>
          </a:blip>
          <a:srcRect b="0" l="0" r="0" t="0"/>
          <a:stretch/>
        </p:blipFill>
        <p:spPr>
          <a:xfrm>
            <a:off x="4415896" y="6043044"/>
            <a:ext cx="76199" cy="76199"/>
          </a:xfrm>
          <a:prstGeom prst="rect">
            <a:avLst/>
          </a:prstGeom>
          <a:noFill/>
          <a:ln>
            <a:noFill/>
          </a:ln>
        </p:spPr>
      </p:pic>
      <p:sp>
        <p:nvSpPr>
          <p:cNvPr id="104" name="Google Shape;104;p9"/>
          <p:cNvSpPr txBox="1"/>
          <p:nvPr/>
        </p:nvSpPr>
        <p:spPr>
          <a:xfrm>
            <a:off x="4365096" y="1641788"/>
            <a:ext cx="4669800" cy="4578900"/>
          </a:xfrm>
          <a:prstGeom prst="rect">
            <a:avLst/>
          </a:prstGeom>
          <a:noFill/>
          <a:ln>
            <a:noFill/>
          </a:ln>
        </p:spPr>
        <p:txBody>
          <a:bodyPr anchorCtr="0" anchor="t" bIns="0" lIns="0" spcFirstLastPara="1" rIns="0" wrap="square" tIns="187950">
            <a:spAutoFit/>
          </a:bodyPr>
          <a:lstStyle/>
          <a:p>
            <a:pPr indent="0" lvl="0" marL="12700" rtl="0" algn="l">
              <a:lnSpc>
                <a:spcPct val="100000"/>
              </a:lnSpc>
              <a:spcBef>
                <a:spcPts val="0"/>
              </a:spcBef>
              <a:spcAft>
                <a:spcPts val="0"/>
              </a:spcAft>
              <a:buNone/>
            </a:pPr>
            <a:r>
              <a:rPr b="1" lang="en-US" sz="2200">
                <a:latin typeface="Times New Roman"/>
                <a:ea typeface="Times New Roman"/>
                <a:cs typeface="Times New Roman"/>
                <a:sym typeface="Times New Roman"/>
              </a:rPr>
              <a:t>Software Requirements:-</a:t>
            </a:r>
            <a:endParaRPr sz="2200">
              <a:latin typeface="Times New Roman"/>
              <a:ea typeface="Times New Roman"/>
              <a:cs typeface="Times New Roman"/>
              <a:sym typeface="Times New Roman"/>
            </a:endParaRPr>
          </a:p>
          <a:p>
            <a:pPr indent="0" lvl="0" marL="325755" rtl="0" algn="l">
              <a:lnSpc>
                <a:spcPct val="100000"/>
              </a:lnSpc>
              <a:spcBef>
                <a:spcPts val="1235"/>
              </a:spcBef>
              <a:spcAft>
                <a:spcPts val="0"/>
              </a:spcAft>
              <a:buNone/>
            </a:pPr>
            <a:r>
              <a:rPr b="1" lang="en-US" sz="2000">
                <a:latin typeface="Times New Roman"/>
                <a:ea typeface="Times New Roman"/>
                <a:cs typeface="Times New Roman"/>
                <a:sym typeface="Times New Roman"/>
              </a:rPr>
              <a:t>Front End Tools:-</a:t>
            </a:r>
            <a:endParaRPr sz="2000">
              <a:latin typeface="Times New Roman"/>
              <a:ea typeface="Times New Roman"/>
              <a:cs typeface="Times New Roman"/>
              <a:sym typeface="Times New Roman"/>
            </a:endParaRPr>
          </a:p>
          <a:p>
            <a:pPr indent="0" lvl="0" marL="268605" marR="5080" rtl="0" algn="l">
              <a:lnSpc>
                <a:spcPct val="146900"/>
              </a:lnSpc>
              <a:spcBef>
                <a:spcPts val="0"/>
              </a:spcBef>
              <a:spcAft>
                <a:spcPts val="0"/>
              </a:spcAft>
              <a:buNone/>
            </a:pPr>
            <a:r>
              <a:rPr lang="en-US" sz="2000">
                <a:latin typeface="Arial"/>
                <a:ea typeface="Arial"/>
                <a:cs typeface="Arial"/>
                <a:sym typeface="Arial"/>
              </a:rPr>
              <a:t>React.js	–	for	building	the	user interface</a:t>
            </a:r>
            <a:endParaRPr sz="2000">
              <a:latin typeface="Arial"/>
              <a:ea typeface="Arial"/>
              <a:cs typeface="Arial"/>
              <a:sym typeface="Arial"/>
            </a:endParaRPr>
          </a:p>
          <a:p>
            <a:pPr indent="0" lvl="0" marL="268605" marR="5080" rtl="0" algn="l">
              <a:lnSpc>
                <a:spcPct val="146900"/>
              </a:lnSpc>
              <a:spcBef>
                <a:spcPts val="0"/>
              </a:spcBef>
              <a:spcAft>
                <a:spcPts val="0"/>
              </a:spcAft>
              <a:buNone/>
            </a:pPr>
            <a:r>
              <a:rPr lang="en-US" sz="2000">
                <a:latin typeface="Arial"/>
                <a:ea typeface="Arial"/>
                <a:cs typeface="Arial"/>
                <a:sym typeface="Arial"/>
              </a:rPr>
              <a:t>Bootstrap – for responsive and styled components</a:t>
            </a:r>
            <a:endParaRPr sz="2000">
              <a:latin typeface="Arial"/>
              <a:ea typeface="Arial"/>
              <a:cs typeface="Arial"/>
              <a:sym typeface="Arial"/>
            </a:endParaRPr>
          </a:p>
          <a:p>
            <a:pPr indent="0" lvl="0" marL="268605" rtl="0" algn="l">
              <a:lnSpc>
                <a:spcPct val="100000"/>
              </a:lnSpc>
              <a:spcBef>
                <a:spcPts val="1125"/>
              </a:spcBef>
              <a:spcAft>
                <a:spcPts val="0"/>
              </a:spcAft>
              <a:buNone/>
            </a:pPr>
            <a:r>
              <a:rPr b="1" lang="en-US" sz="2000">
                <a:latin typeface="Times New Roman"/>
                <a:ea typeface="Times New Roman"/>
                <a:cs typeface="Times New Roman"/>
                <a:sym typeface="Times New Roman"/>
              </a:rPr>
              <a:t>Back End Tools:-</a:t>
            </a:r>
            <a:endParaRPr sz="2000">
              <a:latin typeface="Times New Roman"/>
              <a:ea typeface="Times New Roman"/>
              <a:cs typeface="Times New Roman"/>
              <a:sym typeface="Times New Roman"/>
            </a:endParaRPr>
          </a:p>
          <a:p>
            <a:pPr indent="0" lvl="0" marL="268605" marR="5080" rtl="0" algn="l">
              <a:lnSpc>
                <a:spcPct val="146900"/>
              </a:lnSpc>
              <a:spcBef>
                <a:spcPts val="0"/>
              </a:spcBef>
              <a:spcAft>
                <a:spcPts val="0"/>
              </a:spcAft>
              <a:buNone/>
            </a:pPr>
            <a:r>
              <a:rPr lang="en-US" sz="2000">
                <a:latin typeface="Arial"/>
                <a:ea typeface="Arial"/>
                <a:cs typeface="Arial"/>
                <a:sym typeface="Arial"/>
              </a:rPr>
              <a:t>Spring	Boot	/	.NET	–	for	server-side development and business logic MySQL – for database management</a:t>
            </a:r>
            <a:endParaRPr sz="20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0"/>
          <p:cNvSpPr txBox="1"/>
          <p:nvPr>
            <p:ph type="title"/>
          </p:nvPr>
        </p:nvSpPr>
        <p:spPr>
          <a:xfrm>
            <a:off x="27571" y="166370"/>
            <a:ext cx="8218170" cy="1190342"/>
          </a:xfrm>
          <a:prstGeom prst="rect">
            <a:avLst/>
          </a:prstGeom>
          <a:noFill/>
          <a:ln>
            <a:noFill/>
          </a:ln>
        </p:spPr>
        <p:txBody>
          <a:bodyPr anchorCtr="0" anchor="t" bIns="0" lIns="0" spcFirstLastPara="1" rIns="0" wrap="square" tIns="308250">
            <a:spAutoFit/>
          </a:bodyPr>
          <a:lstStyle/>
          <a:p>
            <a:pPr indent="0" lvl="0" marL="240665" rtl="0" algn="l">
              <a:lnSpc>
                <a:spcPct val="100000"/>
              </a:lnSpc>
              <a:spcBef>
                <a:spcPts val="0"/>
              </a:spcBef>
              <a:spcAft>
                <a:spcPts val="0"/>
              </a:spcAft>
              <a:buNone/>
            </a:pPr>
            <a:r>
              <a:rPr b="0" lang="en-US">
                <a:latin typeface="Times New Roman"/>
                <a:ea typeface="Times New Roman"/>
                <a:cs typeface="Times New Roman"/>
                <a:sym typeface="Times New Roman"/>
              </a:rPr>
              <a:t>Project Overview</a:t>
            </a:r>
            <a:endParaRPr/>
          </a:p>
        </p:txBody>
      </p:sp>
      <p:pic>
        <p:nvPicPr>
          <p:cNvPr id="110" name="Google Shape;110;p10"/>
          <p:cNvPicPr preferRelativeResize="0"/>
          <p:nvPr/>
        </p:nvPicPr>
        <p:blipFill rotWithShape="1">
          <a:blip r:embed="rId3">
            <a:alphaModFix/>
          </a:blip>
          <a:srcRect b="0" l="0" r="0" t="0"/>
          <a:stretch/>
        </p:blipFill>
        <p:spPr>
          <a:xfrm>
            <a:off x="1287465" y="1740024"/>
            <a:ext cx="85724" cy="85724"/>
          </a:xfrm>
          <a:prstGeom prst="rect">
            <a:avLst/>
          </a:prstGeom>
          <a:noFill/>
          <a:ln>
            <a:noFill/>
          </a:ln>
        </p:spPr>
      </p:pic>
      <p:sp>
        <p:nvSpPr>
          <p:cNvPr id="111" name="Google Shape;111;p10"/>
          <p:cNvSpPr txBox="1"/>
          <p:nvPr/>
        </p:nvSpPr>
        <p:spPr>
          <a:xfrm>
            <a:off x="1463175" y="1651250"/>
            <a:ext cx="6585900" cy="3815400"/>
          </a:xfrm>
          <a:prstGeom prst="rect">
            <a:avLst/>
          </a:prstGeom>
          <a:noFill/>
          <a:ln>
            <a:noFill/>
          </a:ln>
        </p:spPr>
        <p:txBody>
          <a:bodyPr anchorCtr="0" anchor="t" bIns="0" lIns="0" spcFirstLastPara="1" rIns="0" wrap="square" tIns="13325">
            <a:spAutoFit/>
          </a:bodyPr>
          <a:lstStyle/>
          <a:p>
            <a:pPr indent="0" lvl="0" marL="0" rtl="0" algn="l">
              <a:lnSpc>
                <a:spcPct val="115000"/>
              </a:lnSpc>
              <a:spcBef>
                <a:spcPts val="1200"/>
              </a:spcBef>
              <a:spcAft>
                <a:spcPts val="0"/>
              </a:spcAft>
              <a:buSzPts val="1100"/>
              <a:buNone/>
            </a:pPr>
            <a:r>
              <a:rPr b="1" lang="en-US" sz="2000">
                <a:solidFill>
                  <a:schemeClr val="dk1"/>
                </a:solidFill>
              </a:rPr>
              <a:t>PayPlate Portal</a:t>
            </a:r>
            <a:r>
              <a:rPr lang="en-US" sz="2000">
                <a:solidFill>
                  <a:schemeClr val="dk1"/>
                </a:solidFill>
              </a:rPr>
              <a:t> is a full-stack restaurant billing management system designed to digitize and simplify the billing process for restaurants, staff, and customers.</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000">
              <a:solidFill>
                <a:schemeClr val="dk1"/>
              </a:solidFill>
            </a:endParaRPr>
          </a:p>
          <a:p>
            <a:pPr indent="0" lvl="0" marL="0" rtl="0" algn="l">
              <a:lnSpc>
                <a:spcPct val="115000"/>
              </a:lnSpc>
              <a:spcBef>
                <a:spcPts val="1200"/>
              </a:spcBef>
              <a:spcAft>
                <a:spcPts val="1200"/>
              </a:spcAft>
              <a:buSzPts val="1100"/>
              <a:buNone/>
            </a:pPr>
            <a:r>
              <a:rPr b="1" lang="en-US" sz="2000">
                <a:solidFill>
                  <a:schemeClr val="dk1"/>
                </a:solidFill>
              </a:rPr>
              <a:t>Key Objectives</a:t>
            </a:r>
            <a:br>
              <a:rPr b="1" lang="en-US" sz="2000">
                <a:solidFill>
                  <a:schemeClr val="dk1"/>
                </a:solidFill>
              </a:rPr>
            </a:br>
            <a:r>
              <a:rPr lang="en-US" sz="2000">
                <a:solidFill>
                  <a:schemeClr val="dk1"/>
                </a:solidFill>
              </a:rPr>
              <a:t> • Centralized order and billing management system</a:t>
            </a:r>
            <a:br>
              <a:rPr lang="en-US" sz="2000">
                <a:solidFill>
                  <a:schemeClr val="dk1"/>
                </a:solidFill>
              </a:rPr>
            </a:br>
            <a:r>
              <a:rPr lang="en-US" sz="2000">
                <a:solidFill>
                  <a:schemeClr val="dk1"/>
                </a:solidFill>
              </a:rPr>
              <a:t> • Secure and accurate digital invoice generation</a:t>
            </a:r>
            <a:br>
              <a:rPr lang="en-US" sz="2000">
                <a:solidFill>
                  <a:schemeClr val="dk1"/>
                </a:solidFill>
              </a:rPr>
            </a:br>
            <a:r>
              <a:rPr lang="en-US" sz="2000">
                <a:solidFill>
                  <a:schemeClr val="dk1"/>
                </a:solidFill>
              </a:rPr>
              <a:t> • Support for dine-in, take-away, and multiple payment modes</a:t>
            </a:r>
            <a:br>
              <a:rPr lang="en-US" sz="2000">
                <a:solidFill>
                  <a:schemeClr val="dk1"/>
                </a:solidFill>
              </a:rPr>
            </a:br>
            <a:r>
              <a:rPr lang="en-US" sz="2000">
                <a:solidFill>
                  <a:schemeClr val="dk1"/>
                </a:solidFill>
              </a:rPr>
              <a:t> • Real-time sales tracking and revenue analytics</a:t>
            </a:r>
            <a:endParaRPr b="1" sz="2300"/>
          </a:p>
        </p:txBody>
      </p:sp>
      <p:pic>
        <p:nvPicPr>
          <p:cNvPr id="112" name="Google Shape;112;p10"/>
          <p:cNvPicPr preferRelativeResize="0"/>
          <p:nvPr/>
        </p:nvPicPr>
        <p:blipFill rotWithShape="1">
          <a:blip r:embed="rId3">
            <a:alphaModFix/>
          </a:blip>
          <a:srcRect b="0" l="0" r="0" t="0"/>
          <a:stretch/>
        </p:blipFill>
        <p:spPr>
          <a:xfrm>
            <a:off x="1287465" y="3851899"/>
            <a:ext cx="85724" cy="857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1"/>
          <p:cNvSpPr txBox="1"/>
          <p:nvPr>
            <p:ph type="title"/>
          </p:nvPr>
        </p:nvSpPr>
        <p:spPr>
          <a:xfrm>
            <a:off x="27575" y="166375"/>
            <a:ext cx="8218200" cy="668100"/>
          </a:xfrm>
          <a:prstGeom prst="rect">
            <a:avLst/>
          </a:prstGeom>
          <a:noFill/>
          <a:ln>
            <a:noFill/>
          </a:ln>
        </p:spPr>
        <p:txBody>
          <a:bodyPr anchorCtr="0" anchor="t" bIns="0" lIns="0" spcFirstLastPara="1" rIns="0" wrap="square" tIns="211825">
            <a:spAutoFit/>
          </a:bodyPr>
          <a:lstStyle/>
          <a:p>
            <a:pPr indent="0" lvl="0" marL="86995" rtl="0" algn="l">
              <a:lnSpc>
                <a:spcPct val="100000"/>
              </a:lnSpc>
              <a:spcBef>
                <a:spcPts val="0"/>
              </a:spcBef>
              <a:spcAft>
                <a:spcPts val="0"/>
              </a:spcAft>
              <a:buNone/>
            </a:pPr>
            <a:r>
              <a:rPr lang="en-US" sz="2950">
                <a:latin typeface="Times New Roman"/>
                <a:ea typeface="Times New Roman"/>
                <a:cs typeface="Times New Roman"/>
                <a:sym typeface="Times New Roman"/>
              </a:rPr>
              <a:t>Users and Use Cases</a:t>
            </a:r>
            <a:endParaRPr sz="2950">
              <a:latin typeface="Times New Roman"/>
              <a:ea typeface="Times New Roman"/>
              <a:cs typeface="Times New Roman"/>
              <a:sym typeface="Times New Roman"/>
            </a:endParaRPr>
          </a:p>
        </p:txBody>
      </p:sp>
      <p:sp>
        <p:nvSpPr>
          <p:cNvPr id="118" name="Google Shape;118;p11"/>
          <p:cNvSpPr txBox="1"/>
          <p:nvPr/>
        </p:nvSpPr>
        <p:spPr>
          <a:xfrm>
            <a:off x="660681" y="1940526"/>
            <a:ext cx="3561600" cy="1371000"/>
          </a:xfrm>
          <a:prstGeom prst="rect">
            <a:avLst/>
          </a:prstGeom>
          <a:noFill/>
          <a:ln>
            <a:noFill/>
          </a:ln>
        </p:spPr>
        <p:txBody>
          <a:bodyPr anchorCtr="0" anchor="t" bIns="0" lIns="0" spcFirstLastPara="1" rIns="0" wrap="square" tIns="17125">
            <a:spAutoFit/>
          </a:bodyPr>
          <a:lstStyle/>
          <a:p>
            <a:pPr indent="0" lvl="0" marL="0" rtl="0" algn="l">
              <a:lnSpc>
                <a:spcPct val="115000"/>
              </a:lnSpc>
              <a:spcBef>
                <a:spcPts val="1400"/>
              </a:spcBef>
              <a:spcAft>
                <a:spcPts val="0"/>
              </a:spcAft>
              <a:buNone/>
            </a:pPr>
            <a:r>
              <a:rPr b="1" lang="en-US" sz="1900">
                <a:solidFill>
                  <a:schemeClr val="dk1"/>
                </a:solidFill>
              </a:rPr>
              <a:t>Users</a:t>
            </a:r>
            <a:endParaRPr b="1" sz="1900">
              <a:solidFill>
                <a:schemeClr val="dk1"/>
              </a:solidFill>
            </a:endParaRPr>
          </a:p>
          <a:p>
            <a:pPr indent="-336550" lvl="0" marL="457200" rtl="0" algn="l">
              <a:lnSpc>
                <a:spcPct val="115000"/>
              </a:lnSpc>
              <a:spcBef>
                <a:spcPts val="1200"/>
              </a:spcBef>
              <a:spcAft>
                <a:spcPts val="0"/>
              </a:spcAft>
              <a:buClr>
                <a:schemeClr val="dk1"/>
              </a:buClr>
              <a:buSzPts val="1700"/>
              <a:buAutoNum type="arabicPeriod"/>
            </a:pPr>
            <a:r>
              <a:rPr b="1" lang="en-US" sz="1700">
                <a:solidFill>
                  <a:schemeClr val="dk1"/>
                </a:solidFill>
              </a:rPr>
              <a:t>Customer (Dine-in )</a:t>
            </a:r>
            <a:endParaRPr b="1" sz="17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US" sz="1700">
                <a:solidFill>
                  <a:schemeClr val="dk1"/>
                </a:solidFill>
              </a:rPr>
              <a:t>Waiter / Cook</a:t>
            </a:r>
            <a:endParaRPr b="1" sz="17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US" sz="1700">
                <a:solidFill>
                  <a:schemeClr val="dk1"/>
                </a:solidFill>
              </a:rPr>
              <a:t>Restaurant Admin </a:t>
            </a:r>
            <a:endParaRPr b="1" sz="3550">
              <a:solidFill>
                <a:srgbClr val="330066"/>
              </a:solidFill>
              <a:latin typeface="Times New Roman"/>
              <a:ea typeface="Times New Roman"/>
              <a:cs typeface="Times New Roman"/>
              <a:sym typeface="Times New Roman"/>
            </a:endParaRPr>
          </a:p>
        </p:txBody>
      </p:sp>
      <p:sp>
        <p:nvSpPr>
          <p:cNvPr id="119" name="Google Shape;119;p11"/>
          <p:cNvSpPr txBox="1"/>
          <p:nvPr/>
        </p:nvSpPr>
        <p:spPr>
          <a:xfrm>
            <a:off x="4595831" y="2792588"/>
            <a:ext cx="4944600" cy="3428400"/>
          </a:xfrm>
          <a:prstGeom prst="rect">
            <a:avLst/>
          </a:prstGeom>
          <a:noFill/>
          <a:ln>
            <a:noFill/>
          </a:ln>
        </p:spPr>
        <p:txBody>
          <a:bodyPr anchorCtr="0" anchor="t" bIns="0" lIns="0" spcFirstLastPara="1" rIns="0" wrap="square" tIns="17125">
            <a:spAutoFit/>
          </a:bodyPr>
          <a:lstStyle/>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rPr>
              <a:t>Use Cases</a:t>
            </a:r>
            <a:endParaRPr b="1"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 User registration &amp; login</a:t>
            </a:r>
            <a:br>
              <a:rPr lang="en-US" sz="1900">
                <a:solidFill>
                  <a:schemeClr val="dk1"/>
                </a:solidFill>
              </a:rPr>
            </a:br>
            <a:r>
              <a:rPr lang="en-US" sz="1900">
                <a:solidFill>
                  <a:schemeClr val="dk1"/>
                </a:solidFill>
              </a:rPr>
              <a:t> • Place and manage customer orders</a:t>
            </a:r>
            <a:br>
              <a:rPr lang="en-US" sz="1900">
                <a:solidFill>
                  <a:schemeClr val="dk1"/>
                </a:solidFill>
              </a:rPr>
            </a:br>
            <a:r>
              <a:rPr lang="en-US" sz="1900">
                <a:solidFill>
                  <a:schemeClr val="dk1"/>
                </a:solidFill>
              </a:rPr>
              <a:t> • Fetch menu items with prices automatically</a:t>
            </a:r>
            <a:br>
              <a:rPr lang="en-US" sz="1900">
                <a:solidFill>
                  <a:schemeClr val="dk1"/>
                </a:solidFill>
              </a:rPr>
            </a:br>
            <a:r>
              <a:rPr lang="en-US" sz="1900">
                <a:solidFill>
                  <a:schemeClr val="dk1"/>
                </a:solidFill>
              </a:rPr>
              <a:t> • Generate bills with tax &amp; discounts</a:t>
            </a:r>
            <a:br>
              <a:rPr lang="en-US" sz="1900">
                <a:solidFill>
                  <a:schemeClr val="dk1"/>
                </a:solidFill>
              </a:rPr>
            </a:br>
            <a:r>
              <a:rPr lang="en-US" sz="1900">
                <a:solidFill>
                  <a:schemeClr val="dk1"/>
                </a:solidFill>
              </a:rPr>
              <a:t> • View invoices</a:t>
            </a:r>
            <a:br>
              <a:rPr lang="en-US" sz="1900">
                <a:solidFill>
                  <a:schemeClr val="dk1"/>
                </a:solidFill>
              </a:rPr>
            </a:br>
            <a:r>
              <a:rPr lang="en-US" sz="1900">
                <a:solidFill>
                  <a:schemeClr val="dk1"/>
                </a:solidFill>
              </a:rPr>
              <a:t> • Real-time sales &amp; order tracking</a:t>
            </a:r>
            <a:br>
              <a:rPr lang="en-US" sz="1900">
                <a:solidFill>
                  <a:schemeClr val="dk1"/>
                </a:solidFill>
              </a:rPr>
            </a:br>
            <a:r>
              <a:rPr lang="en-US" sz="1900">
                <a:solidFill>
                  <a:schemeClr val="dk1"/>
                </a:solidFill>
              </a:rPr>
              <a:t> • Admin monitoring</a:t>
            </a:r>
            <a:endParaRPr sz="1900">
              <a:solidFill>
                <a:schemeClr val="dk1"/>
              </a:solidFill>
            </a:endParaRPr>
          </a:p>
          <a:p>
            <a:pPr indent="0" lvl="0" marL="506094" marR="5080" rtl="0" algn="l">
              <a:lnSpc>
                <a:spcPct val="100000"/>
              </a:lnSpc>
              <a:spcBef>
                <a:spcPts val="1200"/>
              </a:spcBef>
              <a:spcAft>
                <a:spcPts val="0"/>
              </a:spcAft>
              <a:buNone/>
            </a:pPr>
            <a:r>
              <a:t/>
            </a:r>
            <a:endParaRPr b="1" sz="2450">
              <a:solidFill>
                <a:srgbClr val="330066"/>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2"/>
          <p:cNvSpPr txBox="1"/>
          <p:nvPr>
            <p:ph type="title"/>
          </p:nvPr>
        </p:nvSpPr>
        <p:spPr>
          <a:xfrm>
            <a:off x="-4" y="180095"/>
            <a:ext cx="8218200" cy="603000"/>
          </a:xfrm>
          <a:prstGeom prst="rect">
            <a:avLst/>
          </a:prstGeom>
          <a:noFill/>
          <a:ln>
            <a:noFill/>
          </a:ln>
        </p:spPr>
        <p:txBody>
          <a:bodyPr anchorCtr="0" anchor="t" bIns="0" lIns="0" spcFirstLastPara="1" rIns="0" wrap="square" tIns="17775">
            <a:spAutoFit/>
          </a:bodyPr>
          <a:lstStyle/>
          <a:p>
            <a:pPr indent="0" lvl="0" marL="135255" rtl="0" algn="l">
              <a:lnSpc>
                <a:spcPct val="100000"/>
              </a:lnSpc>
              <a:spcBef>
                <a:spcPts val="0"/>
              </a:spcBef>
              <a:spcAft>
                <a:spcPts val="0"/>
              </a:spcAft>
              <a:buNone/>
            </a:pPr>
            <a:r>
              <a:rPr lang="en-US"/>
              <a:t>Project Architecture</a:t>
            </a:r>
            <a:endParaRPr/>
          </a:p>
        </p:txBody>
      </p:sp>
      <p:pic>
        <p:nvPicPr>
          <p:cNvPr id="125" name="Google Shape;125;p12" title="ChatGPT Image Feb 3, 2026, 01_00_07 PM.png"/>
          <p:cNvPicPr preferRelativeResize="0"/>
          <p:nvPr/>
        </p:nvPicPr>
        <p:blipFill>
          <a:blip r:embed="rId3">
            <a:alphaModFix/>
          </a:blip>
          <a:stretch>
            <a:fillRect/>
          </a:stretch>
        </p:blipFill>
        <p:spPr>
          <a:xfrm>
            <a:off x="615525" y="1556233"/>
            <a:ext cx="7531649" cy="50210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3"/>
          <p:cNvSpPr txBox="1"/>
          <p:nvPr>
            <p:ph type="title"/>
          </p:nvPr>
        </p:nvSpPr>
        <p:spPr>
          <a:xfrm>
            <a:off x="101971" y="290776"/>
            <a:ext cx="4847590" cy="61087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a:t>Project Methodology</a:t>
            </a:r>
            <a:endParaRPr/>
          </a:p>
        </p:txBody>
      </p:sp>
      <p:pic>
        <p:nvPicPr>
          <p:cNvPr id="131" name="Google Shape;131;p13"/>
          <p:cNvPicPr preferRelativeResize="0"/>
          <p:nvPr/>
        </p:nvPicPr>
        <p:blipFill rotWithShape="1">
          <a:blip r:embed="rId3">
            <a:alphaModFix/>
          </a:blip>
          <a:srcRect b="0" l="0" r="0" t="0"/>
          <a:stretch/>
        </p:blipFill>
        <p:spPr>
          <a:xfrm>
            <a:off x="1725977" y="2193497"/>
            <a:ext cx="104774" cy="104774"/>
          </a:xfrm>
          <a:prstGeom prst="rect">
            <a:avLst/>
          </a:prstGeom>
          <a:noFill/>
          <a:ln>
            <a:noFill/>
          </a:ln>
        </p:spPr>
      </p:pic>
      <p:pic>
        <p:nvPicPr>
          <p:cNvPr id="132" name="Google Shape;132;p13"/>
          <p:cNvPicPr preferRelativeResize="0"/>
          <p:nvPr/>
        </p:nvPicPr>
        <p:blipFill rotWithShape="1">
          <a:blip r:embed="rId3">
            <a:alphaModFix/>
          </a:blip>
          <a:srcRect b="0" l="0" r="0" t="0"/>
          <a:stretch/>
        </p:blipFill>
        <p:spPr>
          <a:xfrm>
            <a:off x="1725977" y="2603072"/>
            <a:ext cx="104774" cy="104774"/>
          </a:xfrm>
          <a:prstGeom prst="rect">
            <a:avLst/>
          </a:prstGeom>
          <a:noFill/>
          <a:ln>
            <a:noFill/>
          </a:ln>
        </p:spPr>
      </p:pic>
      <p:pic>
        <p:nvPicPr>
          <p:cNvPr id="133" name="Google Shape;133;p13"/>
          <p:cNvPicPr preferRelativeResize="0"/>
          <p:nvPr/>
        </p:nvPicPr>
        <p:blipFill rotWithShape="1">
          <a:blip r:embed="rId3">
            <a:alphaModFix/>
          </a:blip>
          <a:srcRect b="0" l="0" r="0" t="0"/>
          <a:stretch/>
        </p:blipFill>
        <p:spPr>
          <a:xfrm>
            <a:off x="1725977" y="3012647"/>
            <a:ext cx="104774" cy="104774"/>
          </a:xfrm>
          <a:prstGeom prst="rect">
            <a:avLst/>
          </a:prstGeom>
          <a:noFill/>
          <a:ln>
            <a:noFill/>
          </a:ln>
        </p:spPr>
      </p:pic>
      <p:pic>
        <p:nvPicPr>
          <p:cNvPr id="134" name="Google Shape;134;p13"/>
          <p:cNvPicPr preferRelativeResize="0"/>
          <p:nvPr/>
        </p:nvPicPr>
        <p:blipFill rotWithShape="1">
          <a:blip r:embed="rId3">
            <a:alphaModFix/>
          </a:blip>
          <a:srcRect b="0" l="0" r="0" t="0"/>
          <a:stretch/>
        </p:blipFill>
        <p:spPr>
          <a:xfrm>
            <a:off x="1725977" y="3422222"/>
            <a:ext cx="104774" cy="104774"/>
          </a:xfrm>
          <a:prstGeom prst="rect">
            <a:avLst/>
          </a:prstGeom>
          <a:noFill/>
          <a:ln>
            <a:noFill/>
          </a:ln>
        </p:spPr>
      </p:pic>
      <p:pic>
        <p:nvPicPr>
          <p:cNvPr id="135" name="Google Shape;135;p13"/>
          <p:cNvPicPr preferRelativeResize="0"/>
          <p:nvPr/>
        </p:nvPicPr>
        <p:blipFill rotWithShape="1">
          <a:blip r:embed="rId3">
            <a:alphaModFix/>
          </a:blip>
          <a:srcRect b="0" l="0" r="0" t="0"/>
          <a:stretch/>
        </p:blipFill>
        <p:spPr>
          <a:xfrm>
            <a:off x="1725977" y="3831797"/>
            <a:ext cx="104774" cy="104774"/>
          </a:xfrm>
          <a:prstGeom prst="rect">
            <a:avLst/>
          </a:prstGeom>
          <a:noFill/>
          <a:ln>
            <a:noFill/>
          </a:ln>
        </p:spPr>
      </p:pic>
      <p:pic>
        <p:nvPicPr>
          <p:cNvPr id="136" name="Google Shape;136;p13"/>
          <p:cNvPicPr preferRelativeResize="0"/>
          <p:nvPr/>
        </p:nvPicPr>
        <p:blipFill rotWithShape="1">
          <a:blip r:embed="rId3">
            <a:alphaModFix/>
          </a:blip>
          <a:srcRect b="0" l="0" r="0" t="0"/>
          <a:stretch/>
        </p:blipFill>
        <p:spPr>
          <a:xfrm>
            <a:off x="1725977" y="5245722"/>
            <a:ext cx="104774" cy="104774"/>
          </a:xfrm>
          <a:prstGeom prst="rect">
            <a:avLst/>
          </a:prstGeom>
          <a:noFill/>
          <a:ln>
            <a:noFill/>
          </a:ln>
        </p:spPr>
      </p:pic>
      <p:pic>
        <p:nvPicPr>
          <p:cNvPr id="137" name="Google Shape;137;p13"/>
          <p:cNvPicPr preferRelativeResize="0"/>
          <p:nvPr/>
        </p:nvPicPr>
        <p:blipFill rotWithShape="1">
          <a:blip r:embed="rId3">
            <a:alphaModFix/>
          </a:blip>
          <a:srcRect b="0" l="0" r="0" t="0"/>
          <a:stretch/>
        </p:blipFill>
        <p:spPr>
          <a:xfrm>
            <a:off x="1725977" y="5655297"/>
            <a:ext cx="104774" cy="104774"/>
          </a:xfrm>
          <a:prstGeom prst="rect">
            <a:avLst/>
          </a:prstGeom>
          <a:noFill/>
          <a:ln>
            <a:noFill/>
          </a:ln>
        </p:spPr>
      </p:pic>
      <p:pic>
        <p:nvPicPr>
          <p:cNvPr id="138" name="Google Shape;138;p13"/>
          <p:cNvPicPr preferRelativeResize="0"/>
          <p:nvPr/>
        </p:nvPicPr>
        <p:blipFill rotWithShape="1">
          <a:blip r:embed="rId3">
            <a:alphaModFix/>
          </a:blip>
          <a:srcRect b="0" l="0" r="0" t="0"/>
          <a:stretch/>
        </p:blipFill>
        <p:spPr>
          <a:xfrm>
            <a:off x="1725977" y="6064872"/>
            <a:ext cx="104774" cy="104774"/>
          </a:xfrm>
          <a:prstGeom prst="rect">
            <a:avLst/>
          </a:prstGeom>
          <a:noFill/>
          <a:ln>
            <a:noFill/>
          </a:ln>
        </p:spPr>
      </p:pic>
      <p:sp>
        <p:nvSpPr>
          <p:cNvPr id="139" name="Google Shape;139;p13"/>
          <p:cNvSpPr txBox="1"/>
          <p:nvPr/>
        </p:nvSpPr>
        <p:spPr>
          <a:xfrm>
            <a:off x="862700" y="1039459"/>
            <a:ext cx="6459300" cy="5269800"/>
          </a:xfrm>
          <a:prstGeom prst="rect">
            <a:avLst/>
          </a:prstGeom>
          <a:noFill/>
          <a:ln>
            <a:noFill/>
          </a:ln>
        </p:spPr>
        <p:txBody>
          <a:bodyPr anchorCtr="0" anchor="t" bIns="0" lIns="0" spcFirstLastPara="1" rIns="0" wrap="square" tIns="276225">
            <a:spAutoFit/>
          </a:bodyPr>
          <a:lstStyle/>
          <a:p>
            <a:pPr indent="0" lvl="0" marL="12700" rtl="0" algn="l">
              <a:lnSpc>
                <a:spcPct val="100000"/>
              </a:lnSpc>
              <a:spcBef>
                <a:spcPts val="0"/>
              </a:spcBef>
              <a:spcAft>
                <a:spcPts val="0"/>
              </a:spcAft>
              <a:buNone/>
            </a:pPr>
            <a:r>
              <a:rPr b="1" lang="en-US" sz="3000">
                <a:solidFill>
                  <a:srgbClr val="330066"/>
                </a:solidFill>
                <a:latin typeface="Arial"/>
                <a:ea typeface="Arial"/>
                <a:cs typeface="Arial"/>
                <a:sym typeface="Arial"/>
              </a:rPr>
              <a:t>Agile-based incremental approach:</a:t>
            </a:r>
            <a:endParaRPr sz="3000">
              <a:latin typeface="Arial"/>
              <a:ea typeface="Arial"/>
              <a:cs typeface="Arial"/>
              <a:sym typeface="Arial"/>
            </a:endParaRPr>
          </a:p>
          <a:p>
            <a:pPr indent="0" lvl="0" marL="1139825" marR="1715135" rtl="0" algn="l">
              <a:lnSpc>
                <a:spcPct val="119592"/>
              </a:lnSpc>
              <a:spcBef>
                <a:spcPts val="2000"/>
              </a:spcBef>
              <a:spcAft>
                <a:spcPts val="0"/>
              </a:spcAft>
              <a:buNone/>
            </a:pPr>
            <a:r>
              <a:rPr b="1" lang="en-US" sz="2700">
                <a:solidFill>
                  <a:srgbClr val="330066"/>
                </a:solidFill>
                <a:latin typeface="Arial"/>
                <a:ea typeface="Arial"/>
                <a:cs typeface="Arial"/>
                <a:sym typeface="Arial"/>
              </a:rPr>
              <a:t>Requirement analysis UI &amp; database design</a:t>
            </a:r>
            <a:endParaRPr sz="2700">
              <a:latin typeface="Arial"/>
              <a:ea typeface="Arial"/>
              <a:cs typeface="Arial"/>
              <a:sym typeface="Arial"/>
            </a:endParaRPr>
          </a:p>
          <a:p>
            <a:pPr indent="0" lvl="0" marL="1139825" rtl="0" algn="l">
              <a:lnSpc>
                <a:spcPct val="115000"/>
              </a:lnSpc>
              <a:spcBef>
                <a:spcPts val="0"/>
              </a:spcBef>
              <a:spcAft>
                <a:spcPts val="0"/>
              </a:spcAft>
              <a:buNone/>
            </a:pPr>
            <a:r>
              <a:rPr b="1" lang="en-US" sz="2700">
                <a:solidFill>
                  <a:srgbClr val="330066"/>
                </a:solidFill>
                <a:latin typeface="Arial"/>
                <a:ea typeface="Arial"/>
                <a:cs typeface="Arial"/>
                <a:sym typeface="Arial"/>
              </a:rPr>
              <a:t>Backend API development</a:t>
            </a:r>
            <a:endParaRPr sz="2700">
              <a:latin typeface="Arial"/>
              <a:ea typeface="Arial"/>
              <a:cs typeface="Arial"/>
              <a:sym typeface="Arial"/>
            </a:endParaRPr>
          </a:p>
          <a:p>
            <a:pPr indent="0" lvl="0" marL="1139825" marR="1910079" rtl="0" algn="l">
              <a:lnSpc>
                <a:spcPct val="119592"/>
              </a:lnSpc>
              <a:spcBef>
                <a:spcPts val="110"/>
              </a:spcBef>
              <a:spcAft>
                <a:spcPts val="0"/>
              </a:spcAft>
              <a:buNone/>
            </a:pPr>
            <a:r>
              <a:rPr b="1" lang="en-US" sz="2700">
                <a:solidFill>
                  <a:srgbClr val="330066"/>
                </a:solidFill>
                <a:latin typeface="Arial"/>
                <a:ea typeface="Arial"/>
                <a:cs typeface="Arial"/>
                <a:sym typeface="Arial"/>
              </a:rPr>
              <a:t>Frontend integration Testing &amp; bug fixing</a:t>
            </a:r>
            <a:endParaRPr sz="2700">
              <a:latin typeface="Arial"/>
              <a:ea typeface="Arial"/>
              <a:cs typeface="Arial"/>
              <a:sym typeface="Arial"/>
            </a:endParaRPr>
          </a:p>
          <a:p>
            <a:pPr indent="0" lvl="0" marL="0" rtl="0" algn="l">
              <a:lnSpc>
                <a:spcPct val="100000"/>
              </a:lnSpc>
              <a:spcBef>
                <a:spcPts val="1450"/>
              </a:spcBef>
              <a:spcAft>
                <a:spcPts val="0"/>
              </a:spcAft>
              <a:buNone/>
            </a:pPr>
            <a:r>
              <a:t/>
            </a:r>
            <a:endParaRPr sz="2700">
              <a:latin typeface="Arial"/>
              <a:ea typeface="Arial"/>
              <a:cs typeface="Arial"/>
              <a:sym typeface="Arial"/>
            </a:endParaRPr>
          </a:p>
          <a:p>
            <a:pPr indent="0" lvl="0" marL="548640" rtl="0" algn="l">
              <a:lnSpc>
                <a:spcPct val="119592"/>
              </a:lnSpc>
              <a:spcBef>
                <a:spcPts val="0"/>
              </a:spcBef>
              <a:spcAft>
                <a:spcPts val="0"/>
              </a:spcAft>
              <a:buNone/>
            </a:pPr>
            <a:r>
              <a:rPr b="1" lang="en-US" sz="2700">
                <a:solidFill>
                  <a:srgbClr val="330066"/>
                </a:solidFill>
                <a:latin typeface="Arial"/>
                <a:ea typeface="Arial"/>
                <a:cs typeface="Arial"/>
                <a:sym typeface="Arial"/>
              </a:rPr>
              <a:t>Why Agile?</a:t>
            </a:r>
            <a:endParaRPr sz="2700">
              <a:latin typeface="Arial"/>
              <a:ea typeface="Arial"/>
              <a:cs typeface="Arial"/>
              <a:sym typeface="Arial"/>
            </a:endParaRPr>
          </a:p>
          <a:p>
            <a:pPr indent="0" lvl="0" marL="1139825" marR="883919" rtl="0" algn="l">
              <a:lnSpc>
                <a:spcPct val="119259"/>
              </a:lnSpc>
              <a:spcBef>
                <a:spcPts val="120"/>
              </a:spcBef>
              <a:spcAft>
                <a:spcPts val="0"/>
              </a:spcAft>
              <a:buNone/>
            </a:pPr>
            <a:r>
              <a:rPr b="1" lang="en-US" sz="2700">
                <a:solidFill>
                  <a:srgbClr val="330066"/>
                </a:solidFill>
                <a:latin typeface="Arial"/>
                <a:ea typeface="Arial"/>
                <a:cs typeface="Arial"/>
                <a:sym typeface="Arial"/>
              </a:rPr>
              <a:t>Continuous improvement Easy requirement changes Faster feedback cycles</a:t>
            </a:r>
            <a:endParaRPr sz="27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4"/>
          <p:cNvSpPr txBox="1"/>
          <p:nvPr>
            <p:ph type="title"/>
          </p:nvPr>
        </p:nvSpPr>
        <p:spPr>
          <a:xfrm>
            <a:off x="27571" y="166370"/>
            <a:ext cx="8218170" cy="1190342"/>
          </a:xfrm>
          <a:prstGeom prst="rect">
            <a:avLst/>
          </a:prstGeom>
          <a:noFill/>
          <a:ln>
            <a:noFill/>
          </a:ln>
        </p:spPr>
        <p:txBody>
          <a:bodyPr anchorCtr="0" anchor="t" bIns="0" lIns="0" spcFirstLastPara="1" rIns="0" wrap="square" tIns="74675">
            <a:spAutoFit/>
          </a:bodyPr>
          <a:lstStyle/>
          <a:p>
            <a:pPr indent="0" lvl="0" marL="251459" rtl="0" algn="l">
              <a:lnSpc>
                <a:spcPct val="100000"/>
              </a:lnSpc>
              <a:spcBef>
                <a:spcPts val="0"/>
              </a:spcBef>
              <a:spcAft>
                <a:spcPts val="0"/>
              </a:spcAft>
              <a:buNone/>
            </a:pPr>
            <a:r>
              <a:rPr lang="en-US">
                <a:solidFill>
                  <a:srgbClr val="002060"/>
                </a:solidFill>
                <a:latin typeface="Times New Roman"/>
                <a:ea typeface="Times New Roman"/>
                <a:cs typeface="Times New Roman"/>
                <a:sym typeface="Times New Roman"/>
              </a:rPr>
              <a:t>Testing Approach</a:t>
            </a:r>
            <a:endParaRPr/>
          </a:p>
        </p:txBody>
      </p:sp>
      <p:sp>
        <p:nvSpPr>
          <p:cNvPr id="145" name="Google Shape;145;p14"/>
          <p:cNvSpPr txBox="1"/>
          <p:nvPr/>
        </p:nvSpPr>
        <p:spPr>
          <a:xfrm>
            <a:off x="936629" y="1856721"/>
            <a:ext cx="8115300" cy="4566300"/>
          </a:xfrm>
          <a:prstGeom prst="rect">
            <a:avLst/>
          </a:prstGeom>
          <a:noFill/>
          <a:ln>
            <a:noFill/>
          </a:ln>
        </p:spPr>
        <p:txBody>
          <a:bodyPr anchorCtr="0" anchor="t" bIns="0" lIns="0" spcFirstLastPara="1" rIns="0" wrap="square" tIns="17775">
            <a:spAutoFit/>
          </a:bodyPr>
          <a:lstStyle/>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rPr>
              <a:t>Types of Testing Used</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Unit Testing</a:t>
            </a:r>
            <a:r>
              <a:rPr lang="en-US" sz="1900">
                <a:solidFill>
                  <a:schemeClr val="dk1"/>
                </a:solidFill>
              </a:rPr>
              <a:t> – Service &amp; Controller layers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Integration Testing</a:t>
            </a:r>
            <a:r>
              <a:rPr lang="en-US" sz="1900">
                <a:solidFill>
                  <a:schemeClr val="dk1"/>
                </a:solidFill>
              </a:rPr>
              <a:t> – API &amp; Database interaction</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Functional Testing</a:t>
            </a:r>
            <a:r>
              <a:rPr lang="en-US" sz="1900">
                <a:solidFill>
                  <a:schemeClr val="dk1"/>
                </a:solidFill>
              </a:rPr>
              <a:t> – Login, Order, Billing, Payment workflows</a:t>
            </a:r>
            <a:br>
              <a:rPr lang="en-US" sz="1900">
                <a:solidFill>
                  <a:schemeClr val="dk1"/>
                </a:solidFill>
              </a:rPr>
            </a:br>
            <a:r>
              <a:rPr b="1" lang="en-US" sz="1900">
                <a:solidFill>
                  <a:schemeClr val="dk1"/>
                </a:solidFill>
              </a:rPr>
              <a:t>Manual UI Testing</a:t>
            </a:r>
            <a:r>
              <a:rPr lang="en-US" sz="1900">
                <a:solidFill>
                  <a:schemeClr val="dk1"/>
                </a:solidFill>
              </a:rPr>
              <a:t> – Forms, validations, role-based access</a:t>
            </a:r>
            <a:br>
              <a:rPr lang="en-US" sz="1900">
                <a:solidFill>
                  <a:schemeClr val="dk1"/>
                </a:solidFill>
              </a:rPr>
            </a:b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rPr>
              <a:t>Testing Tools</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Postman</a:t>
            </a:r>
            <a:r>
              <a:rPr lang="en-US" sz="1900">
                <a:solidFill>
                  <a:schemeClr val="dk1"/>
                </a:solidFill>
              </a:rPr>
              <a:t> – API testing</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Web Browser (Chrome)</a:t>
            </a:r>
            <a:r>
              <a:rPr lang="en-US" sz="1900">
                <a:solidFill>
                  <a:schemeClr val="dk1"/>
                </a:solidFill>
              </a:rPr>
              <a:t> – Manual UI testing</a:t>
            </a:r>
            <a:br>
              <a:rPr lang="en-US" sz="1900">
                <a:solidFill>
                  <a:schemeClr val="dk1"/>
                </a:solidFill>
              </a:rPr>
            </a:br>
            <a:endParaRPr sz="1900">
              <a:solidFill>
                <a:schemeClr val="dk1"/>
              </a:solidFill>
            </a:endParaRPr>
          </a:p>
          <a:p>
            <a:pPr indent="0" lvl="0" marL="0" marR="3313429" rtl="0" algn="l">
              <a:lnSpc>
                <a:spcPct val="101299"/>
              </a:lnSpc>
              <a:spcBef>
                <a:spcPts val="1200"/>
              </a:spcBef>
              <a:spcAft>
                <a:spcPts val="0"/>
              </a:spcAft>
              <a:buNone/>
            </a:pPr>
            <a:r>
              <a:t/>
            </a:r>
            <a:endParaRPr b="1" sz="3700">
              <a:solidFill>
                <a:srgbClr val="00206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type="title"/>
          </p:nvPr>
        </p:nvSpPr>
        <p:spPr>
          <a:xfrm>
            <a:off x="27571" y="166370"/>
            <a:ext cx="8218200" cy="1190400"/>
          </a:xfrm>
          <a:prstGeom prst="rect">
            <a:avLst/>
          </a:prstGeom>
          <a:noFill/>
          <a:ln>
            <a:noFill/>
          </a:ln>
        </p:spPr>
        <p:txBody>
          <a:bodyPr anchorCtr="0" anchor="t" bIns="0" lIns="0" spcFirstLastPara="1" rIns="0" wrap="square" tIns="597250">
            <a:spAutoFit/>
          </a:bodyPr>
          <a:lstStyle/>
          <a:p>
            <a:pPr indent="0" lvl="0" marL="261620" rtl="0" algn="l">
              <a:lnSpc>
                <a:spcPct val="100000"/>
              </a:lnSpc>
              <a:spcBef>
                <a:spcPts val="0"/>
              </a:spcBef>
              <a:spcAft>
                <a:spcPts val="0"/>
              </a:spcAft>
              <a:buNone/>
            </a:pPr>
            <a:r>
              <a:rPr lang="en-US"/>
              <a:t>Future Scope</a:t>
            </a:r>
            <a:endParaRPr/>
          </a:p>
        </p:txBody>
      </p:sp>
      <p:sp>
        <p:nvSpPr>
          <p:cNvPr id="151" name="Google Shape;151;p15"/>
          <p:cNvSpPr txBox="1"/>
          <p:nvPr>
            <p:ph idx="1" type="body"/>
          </p:nvPr>
        </p:nvSpPr>
        <p:spPr>
          <a:xfrm>
            <a:off x="522329" y="1782035"/>
            <a:ext cx="7839000" cy="4401600"/>
          </a:xfrm>
          <a:prstGeom prst="rect">
            <a:avLst/>
          </a:prstGeom>
          <a:noFill/>
          <a:ln>
            <a:noFill/>
          </a:ln>
        </p:spPr>
        <p:txBody>
          <a:bodyPr anchorCtr="0" anchor="t" bIns="0" lIns="0" spcFirstLastPara="1" rIns="0" wrap="square" tIns="221625">
            <a:spAutoFit/>
          </a:bodyPr>
          <a:lstStyle/>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Online Payment Integration</a:t>
            </a:r>
            <a:r>
              <a:rPr b="0" lang="en-US" sz="1700">
                <a:solidFill>
                  <a:schemeClr val="dk1"/>
                </a:solidFill>
              </a:rPr>
              <a:t> (UPI, Cards, Wallets) for seamless billing</a:t>
            </a:r>
            <a:endParaRPr b="0" sz="1700">
              <a:solidFill>
                <a:schemeClr val="dk1"/>
              </a:solidFill>
            </a:endParaRPr>
          </a:p>
          <a:p>
            <a:pPr indent="0" lvl="0" marL="457200" rtl="0" algn="l">
              <a:lnSpc>
                <a:spcPct val="119814"/>
              </a:lnSpc>
              <a:spcBef>
                <a:spcPts val="0"/>
              </a:spcBef>
              <a:spcAft>
                <a:spcPts val="0"/>
              </a:spcAft>
              <a:buNone/>
            </a:pPr>
            <a:r>
              <a:t/>
            </a:r>
            <a:endParaRPr b="0" sz="1700">
              <a:solidFill>
                <a:schemeClr val="dk1"/>
              </a:solidFill>
            </a:endParaRPr>
          </a:p>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Advanced Analytics Dashboard</a:t>
            </a:r>
            <a:r>
              <a:rPr b="0" lang="en-US" sz="1700">
                <a:solidFill>
                  <a:schemeClr val="dk1"/>
                </a:solidFill>
              </a:rPr>
              <a:t> for sales, popular items, and revenue trends</a:t>
            </a:r>
            <a:br>
              <a:rPr b="0" lang="en-US" sz="1700">
                <a:solidFill>
                  <a:schemeClr val="dk1"/>
                </a:solidFill>
              </a:rPr>
            </a:br>
            <a:endParaRPr b="0" sz="1700">
              <a:solidFill>
                <a:schemeClr val="dk1"/>
              </a:solidFill>
            </a:endParaRPr>
          </a:p>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Inventory Management</a:t>
            </a:r>
            <a:r>
              <a:rPr b="0" lang="en-US" sz="1700">
                <a:solidFill>
                  <a:schemeClr val="dk1"/>
                </a:solidFill>
              </a:rPr>
              <a:t> with low-stock alerts and supplier integration</a:t>
            </a:r>
            <a:br>
              <a:rPr b="0" lang="en-US" sz="1700">
                <a:solidFill>
                  <a:schemeClr val="dk1"/>
                </a:solidFill>
              </a:rPr>
            </a:br>
            <a:endParaRPr b="0" sz="1700">
              <a:solidFill>
                <a:schemeClr val="dk1"/>
              </a:solidFill>
            </a:endParaRPr>
          </a:p>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Loyalty &amp; Offers System</a:t>
            </a:r>
            <a:r>
              <a:rPr b="0" lang="en-US" sz="1700">
                <a:solidFill>
                  <a:schemeClr val="dk1"/>
                </a:solidFill>
              </a:rPr>
              <a:t> for returning customers</a:t>
            </a:r>
            <a:br>
              <a:rPr b="0" lang="en-US" sz="1700">
                <a:solidFill>
                  <a:schemeClr val="dk1"/>
                </a:solidFill>
              </a:rPr>
            </a:br>
            <a:endParaRPr b="0" sz="1700">
              <a:solidFill>
                <a:schemeClr val="dk1"/>
              </a:solidFill>
            </a:endParaRPr>
          </a:p>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Cloud Deployment &amp; Scalability</a:t>
            </a:r>
            <a:r>
              <a:rPr b="0" lang="en-US" sz="1700">
                <a:solidFill>
                  <a:schemeClr val="dk1"/>
                </a:solidFill>
              </a:rPr>
              <a:t> for multi-branch restaurants</a:t>
            </a:r>
            <a:br>
              <a:rPr b="0" lang="en-US" sz="1700">
                <a:solidFill>
                  <a:schemeClr val="dk1"/>
                </a:solidFill>
              </a:rPr>
            </a:br>
            <a:endParaRPr b="0" sz="1700">
              <a:solidFill>
                <a:schemeClr val="dk1"/>
              </a:solidFill>
            </a:endParaRPr>
          </a:p>
          <a:p>
            <a:pPr indent="-336550" lvl="0" marL="457200" rtl="0" algn="l">
              <a:lnSpc>
                <a:spcPct val="119814"/>
              </a:lnSpc>
              <a:spcBef>
                <a:spcPts val="0"/>
              </a:spcBef>
              <a:spcAft>
                <a:spcPts val="0"/>
              </a:spcAft>
              <a:buClr>
                <a:schemeClr val="dk1"/>
              </a:buClr>
              <a:buSzPts val="1700"/>
              <a:buAutoNum type="arabicPeriod"/>
            </a:pPr>
            <a:r>
              <a:rPr lang="en-US" sz="1700">
                <a:solidFill>
                  <a:schemeClr val="dk1"/>
                </a:solidFill>
              </a:rPr>
              <a:t>QR-Based Ordering System</a:t>
            </a:r>
            <a:r>
              <a:rPr b="0" lang="en-US" sz="1700">
                <a:solidFill>
                  <a:schemeClr val="dk1"/>
                </a:solidFill>
              </a:rPr>
              <a:t> for contactless dining</a:t>
            </a:r>
            <a:endParaRPr b="0" sz="1700">
              <a:solidFill>
                <a:schemeClr val="dk1"/>
              </a:solidFill>
            </a:endParaRPr>
          </a:p>
          <a:p>
            <a:pPr indent="0" lvl="0" marL="457200" rtl="0" algn="l">
              <a:lnSpc>
                <a:spcPct val="119814"/>
              </a:lnSpc>
              <a:spcBef>
                <a:spcPts val="0"/>
              </a:spcBef>
              <a:spcAft>
                <a:spcPts val="0"/>
              </a:spcAft>
              <a:buNone/>
            </a:pPr>
            <a:r>
              <a:t/>
            </a:r>
            <a:endParaRPr sz="2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27571" y="166370"/>
            <a:ext cx="8218170" cy="1190342"/>
          </a:xfrm>
          <a:prstGeom prst="rect">
            <a:avLst/>
          </a:prstGeom>
          <a:noFill/>
          <a:ln>
            <a:noFill/>
          </a:ln>
        </p:spPr>
        <p:txBody>
          <a:bodyPr anchorCtr="0" anchor="t" bIns="0" lIns="0" spcFirstLastPara="1" rIns="0" wrap="square" tIns="470350">
            <a:spAutoFit/>
          </a:bodyPr>
          <a:lstStyle/>
          <a:p>
            <a:pPr indent="0" lvl="0" marL="86995" rtl="0" algn="l">
              <a:lnSpc>
                <a:spcPct val="100000"/>
              </a:lnSpc>
              <a:spcBef>
                <a:spcPts val="0"/>
              </a:spcBef>
              <a:spcAft>
                <a:spcPts val="0"/>
              </a:spcAft>
              <a:buNone/>
            </a:pPr>
            <a:r>
              <a:rPr lang="en-US" sz="3600"/>
              <a:t>Experience &amp; Lessons Learnt</a:t>
            </a:r>
            <a:endParaRPr sz="3600"/>
          </a:p>
        </p:txBody>
      </p:sp>
      <p:pic>
        <p:nvPicPr>
          <p:cNvPr id="157" name="Google Shape;157;p16"/>
          <p:cNvPicPr preferRelativeResize="0"/>
          <p:nvPr/>
        </p:nvPicPr>
        <p:blipFill rotWithShape="1">
          <a:blip r:embed="rId3">
            <a:alphaModFix/>
          </a:blip>
          <a:srcRect b="0" l="0" r="0" t="0"/>
          <a:stretch/>
        </p:blipFill>
        <p:spPr>
          <a:xfrm>
            <a:off x="763904" y="2201551"/>
            <a:ext cx="95250" cy="95249"/>
          </a:xfrm>
          <a:prstGeom prst="rect">
            <a:avLst/>
          </a:prstGeom>
          <a:noFill/>
          <a:ln>
            <a:noFill/>
          </a:ln>
        </p:spPr>
      </p:pic>
      <p:pic>
        <p:nvPicPr>
          <p:cNvPr id="158" name="Google Shape;158;p16"/>
          <p:cNvPicPr preferRelativeResize="0"/>
          <p:nvPr/>
        </p:nvPicPr>
        <p:blipFill rotWithShape="1">
          <a:blip r:embed="rId3">
            <a:alphaModFix/>
          </a:blip>
          <a:srcRect b="0" l="0" r="0" t="0"/>
          <a:stretch/>
        </p:blipFill>
        <p:spPr>
          <a:xfrm>
            <a:off x="763904" y="2573026"/>
            <a:ext cx="95250" cy="95249"/>
          </a:xfrm>
          <a:prstGeom prst="rect">
            <a:avLst/>
          </a:prstGeom>
          <a:noFill/>
          <a:ln>
            <a:noFill/>
          </a:ln>
        </p:spPr>
      </p:pic>
      <p:pic>
        <p:nvPicPr>
          <p:cNvPr id="159" name="Google Shape;159;p16"/>
          <p:cNvPicPr preferRelativeResize="0"/>
          <p:nvPr/>
        </p:nvPicPr>
        <p:blipFill rotWithShape="1">
          <a:blip r:embed="rId3">
            <a:alphaModFix/>
          </a:blip>
          <a:srcRect b="0" l="0" r="0" t="0"/>
          <a:stretch/>
        </p:blipFill>
        <p:spPr>
          <a:xfrm>
            <a:off x="763904" y="2944501"/>
            <a:ext cx="95250" cy="95249"/>
          </a:xfrm>
          <a:prstGeom prst="rect">
            <a:avLst/>
          </a:prstGeom>
          <a:noFill/>
          <a:ln>
            <a:noFill/>
          </a:ln>
        </p:spPr>
      </p:pic>
      <p:pic>
        <p:nvPicPr>
          <p:cNvPr id="160" name="Google Shape;160;p16"/>
          <p:cNvPicPr preferRelativeResize="0"/>
          <p:nvPr/>
        </p:nvPicPr>
        <p:blipFill rotWithShape="1">
          <a:blip r:embed="rId3">
            <a:alphaModFix/>
          </a:blip>
          <a:srcRect b="0" l="0" r="0" t="0"/>
          <a:stretch/>
        </p:blipFill>
        <p:spPr>
          <a:xfrm>
            <a:off x="763904" y="3315976"/>
            <a:ext cx="95250" cy="95249"/>
          </a:xfrm>
          <a:prstGeom prst="rect">
            <a:avLst/>
          </a:prstGeom>
          <a:noFill/>
          <a:ln>
            <a:noFill/>
          </a:ln>
        </p:spPr>
      </p:pic>
      <p:pic>
        <p:nvPicPr>
          <p:cNvPr id="161" name="Google Shape;161;p16"/>
          <p:cNvPicPr preferRelativeResize="0"/>
          <p:nvPr/>
        </p:nvPicPr>
        <p:blipFill rotWithShape="1">
          <a:blip r:embed="rId3">
            <a:alphaModFix/>
          </a:blip>
          <a:srcRect b="0" l="0" r="0" t="0"/>
          <a:stretch/>
        </p:blipFill>
        <p:spPr>
          <a:xfrm>
            <a:off x="763904" y="3687451"/>
            <a:ext cx="95250" cy="95249"/>
          </a:xfrm>
          <a:prstGeom prst="rect">
            <a:avLst/>
          </a:prstGeom>
          <a:noFill/>
          <a:ln>
            <a:noFill/>
          </a:ln>
        </p:spPr>
      </p:pic>
      <p:sp>
        <p:nvSpPr>
          <p:cNvPr id="162" name="Google Shape;162;p16"/>
          <p:cNvSpPr txBox="1"/>
          <p:nvPr/>
        </p:nvSpPr>
        <p:spPr>
          <a:xfrm>
            <a:off x="474979" y="1640878"/>
            <a:ext cx="8130540" cy="411226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b="1" lang="en-US" sz="2400">
                <a:solidFill>
                  <a:srgbClr val="330066"/>
                </a:solidFill>
                <a:latin typeface="Arial"/>
                <a:ea typeface="Arial"/>
                <a:cs typeface="Arial"/>
                <a:sym typeface="Arial"/>
              </a:rPr>
              <a:t>Key Learnings</a:t>
            </a:r>
            <a:endParaRPr sz="2400">
              <a:latin typeface="Arial"/>
              <a:ea typeface="Arial"/>
              <a:cs typeface="Arial"/>
              <a:sym typeface="Arial"/>
            </a:endParaRPr>
          </a:p>
          <a:p>
            <a:pPr indent="0" lvl="0" marL="539115" marR="2419985" rtl="0" algn="l">
              <a:lnSpc>
                <a:spcPct val="122083"/>
              </a:lnSpc>
              <a:spcBef>
                <a:spcPts val="100"/>
              </a:spcBef>
              <a:spcAft>
                <a:spcPts val="0"/>
              </a:spcAft>
              <a:buNone/>
            </a:pPr>
            <a:r>
              <a:rPr b="1" lang="en-US" sz="2400">
                <a:solidFill>
                  <a:srgbClr val="330066"/>
                </a:solidFill>
                <a:latin typeface="Arial"/>
                <a:ea typeface="Arial"/>
                <a:cs typeface="Arial"/>
                <a:sym typeface="Arial"/>
              </a:rPr>
              <a:t>Full-stack application development REST API design &amp; integration Role-based access control</a:t>
            </a:r>
            <a:endParaRPr sz="2400">
              <a:latin typeface="Arial"/>
              <a:ea typeface="Arial"/>
              <a:cs typeface="Arial"/>
              <a:sym typeface="Arial"/>
            </a:endParaRPr>
          </a:p>
          <a:p>
            <a:pPr indent="0" lvl="0" marL="539115" rtl="0" algn="l">
              <a:lnSpc>
                <a:spcPct val="117083"/>
              </a:lnSpc>
              <a:spcBef>
                <a:spcPts val="0"/>
              </a:spcBef>
              <a:spcAft>
                <a:spcPts val="0"/>
              </a:spcAft>
              <a:buNone/>
            </a:pPr>
            <a:r>
              <a:rPr b="1" lang="en-US" sz="2400">
                <a:solidFill>
                  <a:srgbClr val="330066"/>
                </a:solidFill>
                <a:latin typeface="Arial"/>
                <a:ea typeface="Arial"/>
                <a:cs typeface="Arial"/>
                <a:sym typeface="Arial"/>
              </a:rPr>
              <a:t>Handling real-world database constraints</a:t>
            </a:r>
            <a:endParaRPr sz="2400">
              <a:latin typeface="Arial"/>
              <a:ea typeface="Arial"/>
              <a:cs typeface="Arial"/>
              <a:sym typeface="Arial"/>
            </a:endParaRPr>
          </a:p>
          <a:p>
            <a:pPr indent="0" lvl="0" marL="539115" rtl="0" algn="l">
              <a:lnSpc>
                <a:spcPct val="100000"/>
              </a:lnSpc>
              <a:spcBef>
                <a:spcPts val="45"/>
              </a:spcBef>
              <a:spcAft>
                <a:spcPts val="0"/>
              </a:spcAft>
              <a:buNone/>
            </a:pPr>
            <a:r>
              <a:rPr b="1" lang="en-US" sz="2400">
                <a:solidFill>
                  <a:srgbClr val="330066"/>
                </a:solidFill>
                <a:latin typeface="Arial"/>
                <a:ea typeface="Arial"/>
                <a:cs typeface="Arial"/>
                <a:sym typeface="Arial"/>
              </a:rPr>
              <a:t>Team collaboration using Git</a:t>
            </a:r>
            <a:endParaRPr sz="2400">
              <a:latin typeface="Arial"/>
              <a:ea typeface="Arial"/>
              <a:cs typeface="Arial"/>
              <a:sym typeface="Arial"/>
            </a:endParaRPr>
          </a:p>
          <a:p>
            <a:pPr indent="0" lvl="0" marL="0" rtl="0" algn="l">
              <a:lnSpc>
                <a:spcPct val="100000"/>
              </a:lnSpc>
              <a:spcBef>
                <a:spcPts val="210"/>
              </a:spcBef>
              <a:spcAft>
                <a:spcPts val="0"/>
              </a:spcAft>
              <a:buNone/>
            </a:pPr>
            <a:r>
              <a:t/>
            </a:r>
            <a:endParaRPr sz="2400">
              <a:latin typeface="Arial"/>
              <a:ea typeface="Arial"/>
              <a:cs typeface="Arial"/>
              <a:sym typeface="Arial"/>
            </a:endParaRPr>
          </a:p>
          <a:p>
            <a:pPr indent="0" lvl="0" marL="12700" rtl="0" algn="l">
              <a:lnSpc>
                <a:spcPct val="100000"/>
              </a:lnSpc>
              <a:spcBef>
                <a:spcPts val="0"/>
              </a:spcBef>
              <a:spcAft>
                <a:spcPts val="0"/>
              </a:spcAft>
              <a:buNone/>
            </a:pPr>
            <a:r>
              <a:rPr b="1" lang="en-US" sz="2400">
                <a:solidFill>
                  <a:srgbClr val="330066"/>
                </a:solidFill>
                <a:latin typeface="Arial"/>
                <a:ea typeface="Arial"/>
                <a:cs typeface="Arial"/>
                <a:sym typeface="Arial"/>
              </a:rPr>
              <a:t>Personal Growth</a:t>
            </a:r>
            <a:endParaRPr sz="2400">
              <a:latin typeface="Arial"/>
              <a:ea typeface="Arial"/>
              <a:cs typeface="Arial"/>
              <a:sym typeface="Arial"/>
            </a:endParaRPr>
          </a:p>
          <a:p>
            <a:pPr indent="0" lvl="0" marL="12700" marR="5080" rtl="0" algn="l">
              <a:lnSpc>
                <a:spcPct val="121666"/>
              </a:lnSpc>
              <a:spcBef>
                <a:spcPts val="110"/>
              </a:spcBef>
              <a:spcAft>
                <a:spcPts val="0"/>
              </a:spcAft>
              <a:buNone/>
            </a:pPr>
            <a:r>
              <a:rPr b="1" lang="en-US" sz="2400">
                <a:solidFill>
                  <a:srgbClr val="330066"/>
                </a:solidFill>
                <a:latin typeface="Arial"/>
                <a:ea typeface="Arial"/>
                <a:cs typeface="Arial"/>
                <a:sym typeface="Arial"/>
              </a:rPr>
              <a:t>This project improved my problem-solving, debugging, and system design skills and gave me hands-on experience with enterprise-level architecture</a:t>
            </a:r>
            <a:endParaRPr sz="24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ph type="title"/>
          </p:nvPr>
        </p:nvSpPr>
        <p:spPr>
          <a:xfrm>
            <a:off x="27571" y="166370"/>
            <a:ext cx="8218170" cy="1190342"/>
          </a:xfrm>
          <a:prstGeom prst="rect">
            <a:avLst/>
          </a:prstGeom>
          <a:noFill/>
          <a:ln>
            <a:noFill/>
          </a:ln>
        </p:spPr>
        <p:txBody>
          <a:bodyPr anchorCtr="0" anchor="t" bIns="0" lIns="0" spcFirstLastPara="1" rIns="0" wrap="square" tIns="346525">
            <a:spAutoFit/>
          </a:bodyPr>
          <a:lstStyle/>
          <a:p>
            <a:pPr indent="0" lvl="0" marL="86995" rtl="0" algn="l">
              <a:lnSpc>
                <a:spcPct val="100000"/>
              </a:lnSpc>
              <a:spcBef>
                <a:spcPts val="0"/>
              </a:spcBef>
              <a:spcAft>
                <a:spcPts val="0"/>
              </a:spcAft>
              <a:buNone/>
            </a:pPr>
            <a:r>
              <a:rPr lang="en-US"/>
              <a:t>Login page</a:t>
            </a:r>
            <a:endParaRPr/>
          </a:p>
        </p:txBody>
      </p:sp>
      <p:pic>
        <p:nvPicPr>
          <p:cNvPr id="168" name="Google Shape;168;p17"/>
          <p:cNvPicPr preferRelativeResize="0"/>
          <p:nvPr/>
        </p:nvPicPr>
        <p:blipFill>
          <a:blip r:embed="rId3">
            <a:alphaModFix/>
          </a:blip>
          <a:stretch>
            <a:fillRect/>
          </a:stretch>
        </p:blipFill>
        <p:spPr>
          <a:xfrm>
            <a:off x="223425" y="2142475"/>
            <a:ext cx="9163225" cy="47347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27571" y="166370"/>
            <a:ext cx="8218200" cy="934800"/>
          </a:xfrm>
          <a:prstGeom prst="rect">
            <a:avLst/>
          </a:prstGeom>
          <a:noFill/>
          <a:ln>
            <a:noFill/>
          </a:ln>
        </p:spPr>
        <p:txBody>
          <a:bodyPr anchorCtr="0" anchor="t" bIns="0" lIns="0" spcFirstLastPara="1" rIns="0" wrap="square" tIns="346525">
            <a:spAutoFit/>
          </a:bodyPr>
          <a:lstStyle/>
          <a:p>
            <a:pPr indent="0" lvl="0" marL="86995" rtl="0" algn="l">
              <a:lnSpc>
                <a:spcPct val="100000"/>
              </a:lnSpc>
              <a:spcBef>
                <a:spcPts val="0"/>
              </a:spcBef>
              <a:spcAft>
                <a:spcPts val="0"/>
              </a:spcAft>
              <a:buNone/>
            </a:pPr>
            <a:r>
              <a:rPr lang="en-US"/>
              <a:t>Login page</a:t>
            </a:r>
            <a:endParaRPr/>
          </a:p>
        </p:txBody>
      </p:sp>
      <p:pic>
        <p:nvPicPr>
          <p:cNvPr id="174" name="Google Shape;174;p18"/>
          <p:cNvPicPr preferRelativeResize="0"/>
          <p:nvPr/>
        </p:nvPicPr>
        <p:blipFill>
          <a:blip r:embed="rId3">
            <a:alphaModFix/>
          </a:blip>
          <a:stretch>
            <a:fillRect/>
          </a:stretch>
        </p:blipFill>
        <p:spPr>
          <a:xfrm>
            <a:off x="152400" y="2192775"/>
            <a:ext cx="9448801" cy="4758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27571" y="166370"/>
            <a:ext cx="8218200" cy="941700"/>
          </a:xfrm>
          <a:prstGeom prst="rect">
            <a:avLst/>
          </a:prstGeom>
          <a:noFill/>
          <a:ln>
            <a:noFill/>
          </a:ln>
        </p:spPr>
        <p:txBody>
          <a:bodyPr anchorCtr="0" anchor="t" bIns="0" lIns="0" spcFirstLastPara="1" rIns="0" wrap="square" tIns="353400">
            <a:spAutoFit/>
          </a:bodyPr>
          <a:lstStyle/>
          <a:p>
            <a:pPr indent="0" lvl="0" marL="86995" rtl="0" algn="l">
              <a:lnSpc>
                <a:spcPct val="100000"/>
              </a:lnSpc>
              <a:spcBef>
                <a:spcPts val="0"/>
              </a:spcBef>
              <a:spcAft>
                <a:spcPts val="0"/>
              </a:spcAft>
              <a:buNone/>
            </a:pPr>
            <a:r>
              <a:rPr lang="en-US"/>
              <a:t>Admin Dashboard</a:t>
            </a:r>
            <a:endParaRPr/>
          </a:p>
        </p:txBody>
      </p:sp>
      <p:pic>
        <p:nvPicPr>
          <p:cNvPr id="180" name="Google Shape;180;p19"/>
          <p:cNvPicPr preferRelativeResize="0"/>
          <p:nvPr/>
        </p:nvPicPr>
        <p:blipFill>
          <a:blip r:embed="rId3">
            <a:alphaModFix/>
          </a:blip>
          <a:stretch>
            <a:fillRect/>
          </a:stretch>
        </p:blipFill>
        <p:spPr>
          <a:xfrm>
            <a:off x="199750" y="1870225"/>
            <a:ext cx="9448800" cy="5220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27571" y="166370"/>
            <a:ext cx="8218200" cy="1059300"/>
          </a:xfrm>
          <a:prstGeom prst="rect">
            <a:avLst/>
          </a:prstGeom>
          <a:noFill/>
          <a:ln>
            <a:noFill/>
          </a:ln>
        </p:spPr>
        <p:txBody>
          <a:bodyPr anchorCtr="0" anchor="t" bIns="0" lIns="0" spcFirstLastPara="1" rIns="0" wrap="square" tIns="469675">
            <a:spAutoFit/>
          </a:bodyPr>
          <a:lstStyle/>
          <a:p>
            <a:pPr indent="0" lvl="0" marL="86995" rtl="0" algn="l">
              <a:spcBef>
                <a:spcPts val="0"/>
              </a:spcBef>
              <a:spcAft>
                <a:spcPts val="0"/>
              </a:spcAft>
              <a:buNone/>
            </a:pPr>
            <a:r>
              <a:rPr lang="en-US"/>
              <a:t>Waiter </a:t>
            </a:r>
            <a:r>
              <a:rPr lang="en-US"/>
              <a:t>Dashboard</a:t>
            </a:r>
            <a:endParaRPr/>
          </a:p>
        </p:txBody>
      </p:sp>
      <p:pic>
        <p:nvPicPr>
          <p:cNvPr id="186" name="Google Shape;186;p20"/>
          <p:cNvPicPr preferRelativeResize="0"/>
          <p:nvPr/>
        </p:nvPicPr>
        <p:blipFill>
          <a:blip r:embed="rId3">
            <a:alphaModFix/>
          </a:blip>
          <a:stretch>
            <a:fillRect/>
          </a:stretch>
        </p:blipFill>
        <p:spPr>
          <a:xfrm>
            <a:off x="152400" y="2162557"/>
            <a:ext cx="9448800" cy="48188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27571" y="166370"/>
            <a:ext cx="8218200" cy="1059300"/>
          </a:xfrm>
          <a:prstGeom prst="rect">
            <a:avLst/>
          </a:prstGeom>
          <a:noFill/>
          <a:ln>
            <a:noFill/>
          </a:ln>
        </p:spPr>
        <p:txBody>
          <a:bodyPr anchorCtr="0" anchor="t" bIns="0" lIns="0" spcFirstLastPara="1" rIns="0" wrap="square" tIns="469675">
            <a:spAutoFit/>
          </a:bodyPr>
          <a:lstStyle/>
          <a:p>
            <a:pPr indent="0" lvl="0" marL="86995" rtl="0" algn="l">
              <a:spcBef>
                <a:spcPts val="0"/>
              </a:spcBef>
              <a:spcAft>
                <a:spcPts val="0"/>
              </a:spcAft>
              <a:buNone/>
            </a:pPr>
            <a:r>
              <a:rPr lang="en-US"/>
              <a:t>Cook Dashboard</a:t>
            </a:r>
            <a:endParaRPr/>
          </a:p>
        </p:txBody>
      </p:sp>
      <p:pic>
        <p:nvPicPr>
          <p:cNvPr id="192" name="Google Shape;192;p21"/>
          <p:cNvPicPr preferRelativeResize="0"/>
          <p:nvPr/>
        </p:nvPicPr>
        <p:blipFill>
          <a:blip r:embed="rId3">
            <a:alphaModFix/>
          </a:blip>
          <a:stretch>
            <a:fillRect/>
          </a:stretch>
        </p:blipFill>
        <p:spPr>
          <a:xfrm>
            <a:off x="152400" y="2095124"/>
            <a:ext cx="9448800" cy="5053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27571" y="166370"/>
            <a:ext cx="8218170" cy="1190342"/>
          </a:xfrm>
          <a:prstGeom prst="rect">
            <a:avLst/>
          </a:prstGeom>
          <a:noFill/>
          <a:ln>
            <a:noFill/>
          </a:ln>
        </p:spPr>
        <p:txBody>
          <a:bodyPr anchorCtr="0" anchor="t" bIns="0" lIns="0" spcFirstLastPara="1" rIns="0" wrap="square" tIns="452400">
            <a:spAutoFit/>
          </a:bodyPr>
          <a:lstStyle/>
          <a:p>
            <a:pPr indent="0" lvl="0" marL="163830" rtl="0" algn="l">
              <a:lnSpc>
                <a:spcPct val="100000"/>
              </a:lnSpc>
              <a:spcBef>
                <a:spcPts val="0"/>
              </a:spcBef>
              <a:spcAft>
                <a:spcPts val="0"/>
              </a:spcAft>
              <a:buNone/>
            </a:pPr>
            <a:r>
              <a:rPr lang="en-US"/>
              <a:t>Conclusion</a:t>
            </a:r>
            <a:endParaRPr/>
          </a:p>
        </p:txBody>
      </p:sp>
      <p:sp>
        <p:nvSpPr>
          <p:cNvPr id="198" name="Google Shape;198;p22"/>
          <p:cNvSpPr txBox="1"/>
          <p:nvPr>
            <p:ph idx="1" type="body"/>
          </p:nvPr>
        </p:nvSpPr>
        <p:spPr>
          <a:xfrm>
            <a:off x="569654" y="2220560"/>
            <a:ext cx="7839000" cy="3903600"/>
          </a:xfrm>
          <a:prstGeom prst="rect">
            <a:avLst/>
          </a:prstGeom>
          <a:noFill/>
          <a:ln>
            <a:noFill/>
          </a:ln>
        </p:spPr>
        <p:txBody>
          <a:bodyPr anchorCtr="0" anchor="t" bIns="0" lIns="0" spcFirstLastPara="1" rIns="0" wrap="square" tIns="13950">
            <a:spAutoFit/>
          </a:bodyPr>
          <a:lstStyle/>
          <a:p>
            <a:pPr indent="-330200" lvl="0" marL="457200" marR="5080" rtl="0" algn="l">
              <a:lnSpc>
                <a:spcPct val="101200"/>
              </a:lnSpc>
              <a:spcBef>
                <a:spcPts val="0"/>
              </a:spcBef>
              <a:spcAft>
                <a:spcPts val="0"/>
              </a:spcAft>
              <a:buClr>
                <a:schemeClr val="dk1"/>
              </a:buClr>
              <a:buSzPts val="1600"/>
              <a:buChar char="●"/>
            </a:pPr>
            <a:r>
              <a:rPr b="0" lang="en-US" sz="1600">
                <a:solidFill>
                  <a:schemeClr val="dk1"/>
                </a:solidFill>
              </a:rPr>
              <a:t>The </a:t>
            </a:r>
            <a:r>
              <a:rPr lang="en-US" sz="1600">
                <a:solidFill>
                  <a:schemeClr val="dk1"/>
                </a:solidFill>
              </a:rPr>
              <a:t>PayPlate Restaurant Management System</a:t>
            </a:r>
            <a:r>
              <a:rPr b="0" lang="en-US" sz="1600">
                <a:solidFill>
                  <a:schemeClr val="dk1"/>
                </a:solidFill>
              </a:rPr>
              <a:t> successfully integrates multiple services to handle orders, billing, menu, and feedback efficiently.</a:t>
            </a:r>
            <a:br>
              <a:rPr b="0" lang="en-US" sz="1600">
                <a:solidFill>
                  <a:schemeClr val="dk1"/>
                </a:solidFill>
              </a:rPr>
            </a:br>
            <a:endParaRPr b="0" sz="1600">
              <a:solidFill>
                <a:schemeClr val="dk1"/>
              </a:solidFill>
            </a:endParaRPr>
          </a:p>
          <a:p>
            <a:pPr indent="-330200" lvl="0" marL="457200" marR="5080" rtl="0" algn="l">
              <a:lnSpc>
                <a:spcPct val="101200"/>
              </a:lnSpc>
              <a:spcBef>
                <a:spcPts val="0"/>
              </a:spcBef>
              <a:spcAft>
                <a:spcPts val="0"/>
              </a:spcAft>
              <a:buClr>
                <a:schemeClr val="dk1"/>
              </a:buClr>
              <a:buSzPts val="1600"/>
              <a:buChar char="●"/>
            </a:pPr>
            <a:r>
              <a:rPr b="0" lang="en-US" sz="1600">
                <a:solidFill>
                  <a:schemeClr val="dk1"/>
                </a:solidFill>
              </a:rPr>
              <a:t>A </a:t>
            </a:r>
            <a:r>
              <a:rPr lang="en-US" sz="1600">
                <a:solidFill>
                  <a:schemeClr val="dk1"/>
                </a:solidFill>
              </a:rPr>
              <a:t>microservices-based architecture</a:t>
            </a:r>
            <a:r>
              <a:rPr b="0" lang="en-US" sz="1600">
                <a:solidFill>
                  <a:schemeClr val="dk1"/>
                </a:solidFill>
              </a:rPr>
              <a:t> ensures scalability, flexibility, and independent service development.</a:t>
            </a:r>
            <a:br>
              <a:rPr b="0" lang="en-US" sz="1600">
                <a:solidFill>
                  <a:schemeClr val="dk1"/>
                </a:solidFill>
              </a:rPr>
            </a:br>
            <a:endParaRPr b="0" sz="1600">
              <a:solidFill>
                <a:schemeClr val="dk1"/>
              </a:solidFill>
            </a:endParaRPr>
          </a:p>
          <a:p>
            <a:pPr indent="-330200" lvl="0" marL="457200" marR="5080" rtl="0" algn="l">
              <a:lnSpc>
                <a:spcPct val="101200"/>
              </a:lnSpc>
              <a:spcBef>
                <a:spcPts val="0"/>
              </a:spcBef>
              <a:spcAft>
                <a:spcPts val="0"/>
              </a:spcAft>
              <a:buClr>
                <a:schemeClr val="dk1"/>
              </a:buClr>
              <a:buSzPts val="1600"/>
              <a:buChar char="●"/>
            </a:pPr>
            <a:r>
              <a:rPr b="0" lang="en-US" sz="1600">
                <a:solidFill>
                  <a:schemeClr val="dk1"/>
                </a:solidFill>
              </a:rPr>
              <a:t>Real-time order tracking improves coordination between </a:t>
            </a:r>
            <a:r>
              <a:rPr lang="en-US" sz="1600">
                <a:solidFill>
                  <a:schemeClr val="dk1"/>
                </a:solidFill>
              </a:rPr>
              <a:t>kitchen, waiter, admin, and customer</a:t>
            </a:r>
            <a:r>
              <a:rPr b="0" lang="en-US" sz="1600">
                <a:solidFill>
                  <a:schemeClr val="dk1"/>
                </a:solidFill>
              </a:rPr>
              <a:t> roles.</a:t>
            </a:r>
            <a:br>
              <a:rPr b="0" lang="en-US" sz="1600">
                <a:solidFill>
                  <a:schemeClr val="dk1"/>
                </a:solidFill>
              </a:rPr>
            </a:br>
            <a:endParaRPr b="0" sz="1600">
              <a:solidFill>
                <a:schemeClr val="dk1"/>
              </a:solidFill>
            </a:endParaRPr>
          </a:p>
          <a:p>
            <a:pPr indent="-330200" lvl="0" marL="457200" marR="5080" rtl="0" algn="l">
              <a:lnSpc>
                <a:spcPct val="101200"/>
              </a:lnSpc>
              <a:spcBef>
                <a:spcPts val="0"/>
              </a:spcBef>
              <a:spcAft>
                <a:spcPts val="0"/>
              </a:spcAft>
              <a:buClr>
                <a:schemeClr val="dk1"/>
              </a:buClr>
              <a:buSzPts val="1600"/>
              <a:buChar char="●"/>
            </a:pPr>
            <a:r>
              <a:rPr b="0" lang="en-US" sz="1600">
                <a:solidFill>
                  <a:schemeClr val="dk1"/>
                </a:solidFill>
              </a:rPr>
              <a:t>Automated billing with tax and discount calculations reduces manual errors and improves accuracy.</a:t>
            </a:r>
            <a:br>
              <a:rPr b="0" lang="en-US" sz="1600">
                <a:solidFill>
                  <a:schemeClr val="dk1"/>
                </a:solidFill>
              </a:rPr>
            </a:br>
            <a:endParaRPr b="0" sz="1600">
              <a:solidFill>
                <a:schemeClr val="dk1"/>
              </a:solidFill>
            </a:endParaRPr>
          </a:p>
          <a:p>
            <a:pPr indent="-330200" lvl="0" marL="457200" marR="5080" rtl="0" algn="l">
              <a:lnSpc>
                <a:spcPct val="101200"/>
              </a:lnSpc>
              <a:spcBef>
                <a:spcPts val="0"/>
              </a:spcBef>
              <a:spcAft>
                <a:spcPts val="0"/>
              </a:spcAft>
              <a:buClr>
                <a:schemeClr val="dk1"/>
              </a:buClr>
              <a:buSzPts val="1600"/>
              <a:buChar char="●"/>
            </a:pPr>
            <a:r>
              <a:rPr b="0" lang="en-US" sz="1600">
                <a:solidFill>
                  <a:schemeClr val="dk1"/>
                </a:solidFill>
              </a:rPr>
              <a:t>The system enhances overall </a:t>
            </a:r>
            <a:r>
              <a:rPr lang="en-US" sz="1600">
                <a:solidFill>
                  <a:schemeClr val="dk1"/>
                </a:solidFill>
              </a:rPr>
              <a:t>customer experience</a:t>
            </a:r>
            <a:r>
              <a:rPr b="0" lang="en-US" sz="1600">
                <a:solidFill>
                  <a:schemeClr val="dk1"/>
                </a:solidFill>
              </a:rPr>
              <a:t> and </a:t>
            </a:r>
            <a:r>
              <a:rPr lang="en-US" sz="1600">
                <a:solidFill>
                  <a:schemeClr val="dk1"/>
                </a:solidFill>
              </a:rPr>
              <a:t>operational efficiency</a:t>
            </a:r>
            <a:r>
              <a:rPr b="0" lang="en-US" sz="1600">
                <a:solidFill>
                  <a:schemeClr val="dk1"/>
                </a:solidFill>
              </a:rPr>
              <a:t> in restaurants.</a:t>
            </a:r>
            <a:endParaRPr b="0" sz="1600">
              <a:solidFill>
                <a:schemeClr val="dk1"/>
              </a:solidFill>
            </a:endParaRPr>
          </a:p>
          <a:p>
            <a:pPr indent="0" lvl="0" marL="914400" marR="5080" rtl="0" algn="l">
              <a:lnSpc>
                <a:spcPct val="101200"/>
              </a:lnSpc>
              <a:spcBef>
                <a:spcPts val="0"/>
              </a:spcBef>
              <a:spcAft>
                <a:spcPts val="0"/>
              </a:spcAft>
              <a:buNone/>
            </a:pPr>
            <a:r>
              <a:t/>
            </a:r>
            <a:endParaRPr sz="2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p:nvPr/>
        </p:nvSpPr>
        <p:spPr>
          <a:xfrm>
            <a:off x="7797803" y="1137885"/>
            <a:ext cx="10795" cy="4796155"/>
          </a:xfrm>
          <a:custGeom>
            <a:rect b="b" l="l" r="r" t="t"/>
            <a:pathLst>
              <a:path extrusionOk="0" h="4796155" w="10795">
                <a:moveTo>
                  <a:pt x="10191" y="4795551"/>
                </a:moveTo>
                <a:lnTo>
                  <a:pt x="0" y="4795551"/>
                </a:lnTo>
                <a:lnTo>
                  <a:pt x="0" y="0"/>
                </a:lnTo>
                <a:lnTo>
                  <a:pt x="10191" y="0"/>
                </a:lnTo>
                <a:lnTo>
                  <a:pt x="10191" y="479555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04" name="Google Shape;204;p23"/>
          <p:cNvPicPr preferRelativeResize="0"/>
          <p:nvPr/>
        </p:nvPicPr>
        <p:blipFill rotWithShape="1">
          <a:blip r:embed="rId3">
            <a:alphaModFix/>
          </a:blip>
          <a:srcRect b="0" l="0" r="0" t="0"/>
          <a:stretch/>
        </p:blipFill>
        <p:spPr>
          <a:xfrm>
            <a:off x="7992538" y="3191931"/>
            <a:ext cx="215259" cy="214934"/>
          </a:xfrm>
          <a:prstGeom prst="rect">
            <a:avLst/>
          </a:prstGeom>
          <a:noFill/>
          <a:ln>
            <a:noFill/>
          </a:ln>
        </p:spPr>
      </p:pic>
      <p:pic>
        <p:nvPicPr>
          <p:cNvPr id="205" name="Google Shape;205;p23"/>
          <p:cNvPicPr preferRelativeResize="0"/>
          <p:nvPr/>
        </p:nvPicPr>
        <p:blipFill rotWithShape="1">
          <a:blip r:embed="rId4">
            <a:alphaModFix/>
          </a:blip>
          <a:srcRect b="0" l="0" r="0" t="0"/>
          <a:stretch/>
        </p:blipFill>
        <p:spPr>
          <a:xfrm>
            <a:off x="8295884" y="3191931"/>
            <a:ext cx="215259" cy="214934"/>
          </a:xfrm>
          <a:prstGeom prst="rect">
            <a:avLst/>
          </a:prstGeom>
          <a:noFill/>
          <a:ln>
            <a:noFill/>
          </a:ln>
        </p:spPr>
      </p:pic>
      <p:pic>
        <p:nvPicPr>
          <p:cNvPr id="206" name="Google Shape;206;p23"/>
          <p:cNvPicPr preferRelativeResize="0"/>
          <p:nvPr/>
        </p:nvPicPr>
        <p:blipFill rotWithShape="1">
          <a:blip r:embed="rId4">
            <a:alphaModFix/>
          </a:blip>
          <a:srcRect b="0" l="0" r="0" t="0"/>
          <a:stretch/>
        </p:blipFill>
        <p:spPr>
          <a:xfrm>
            <a:off x="8599230" y="3191931"/>
            <a:ext cx="215259" cy="214934"/>
          </a:xfrm>
          <a:prstGeom prst="rect">
            <a:avLst/>
          </a:prstGeom>
          <a:noFill/>
          <a:ln>
            <a:noFill/>
          </a:ln>
        </p:spPr>
      </p:pic>
      <p:pic>
        <p:nvPicPr>
          <p:cNvPr id="207" name="Google Shape;207;p23"/>
          <p:cNvPicPr preferRelativeResize="0"/>
          <p:nvPr/>
        </p:nvPicPr>
        <p:blipFill rotWithShape="1">
          <a:blip r:embed="rId5">
            <a:alphaModFix/>
          </a:blip>
          <a:srcRect b="0" l="0" r="0" t="0"/>
          <a:stretch/>
        </p:blipFill>
        <p:spPr>
          <a:xfrm>
            <a:off x="7992538" y="3494819"/>
            <a:ext cx="215259" cy="214934"/>
          </a:xfrm>
          <a:prstGeom prst="rect">
            <a:avLst/>
          </a:prstGeom>
          <a:noFill/>
          <a:ln>
            <a:noFill/>
          </a:ln>
        </p:spPr>
      </p:pic>
      <p:pic>
        <p:nvPicPr>
          <p:cNvPr id="208" name="Google Shape;208;p23"/>
          <p:cNvPicPr preferRelativeResize="0"/>
          <p:nvPr/>
        </p:nvPicPr>
        <p:blipFill rotWithShape="1">
          <a:blip r:embed="rId6">
            <a:alphaModFix/>
          </a:blip>
          <a:srcRect b="0" l="0" r="0" t="0"/>
          <a:stretch/>
        </p:blipFill>
        <p:spPr>
          <a:xfrm>
            <a:off x="8295884" y="3494819"/>
            <a:ext cx="215259" cy="214934"/>
          </a:xfrm>
          <a:prstGeom prst="rect">
            <a:avLst/>
          </a:prstGeom>
          <a:noFill/>
          <a:ln>
            <a:noFill/>
          </a:ln>
        </p:spPr>
      </p:pic>
      <p:pic>
        <p:nvPicPr>
          <p:cNvPr id="209" name="Google Shape;209;p23"/>
          <p:cNvPicPr preferRelativeResize="0"/>
          <p:nvPr/>
        </p:nvPicPr>
        <p:blipFill rotWithShape="1">
          <a:blip r:embed="rId7">
            <a:alphaModFix/>
          </a:blip>
          <a:srcRect b="0" l="0" r="0" t="0"/>
          <a:stretch/>
        </p:blipFill>
        <p:spPr>
          <a:xfrm>
            <a:off x="8599230" y="3494819"/>
            <a:ext cx="215259" cy="214934"/>
          </a:xfrm>
          <a:prstGeom prst="rect">
            <a:avLst/>
          </a:prstGeom>
          <a:noFill/>
          <a:ln>
            <a:noFill/>
          </a:ln>
        </p:spPr>
      </p:pic>
      <p:pic>
        <p:nvPicPr>
          <p:cNvPr id="210" name="Google Shape;210;p23"/>
          <p:cNvPicPr preferRelativeResize="0"/>
          <p:nvPr/>
        </p:nvPicPr>
        <p:blipFill rotWithShape="1">
          <a:blip r:embed="rId8">
            <a:alphaModFix/>
          </a:blip>
          <a:srcRect b="0" l="0" r="0" t="0"/>
          <a:stretch/>
        </p:blipFill>
        <p:spPr>
          <a:xfrm>
            <a:off x="8902671" y="3494819"/>
            <a:ext cx="215259" cy="214934"/>
          </a:xfrm>
          <a:prstGeom prst="rect">
            <a:avLst/>
          </a:prstGeom>
          <a:noFill/>
          <a:ln>
            <a:noFill/>
          </a:ln>
        </p:spPr>
      </p:pic>
      <p:pic>
        <p:nvPicPr>
          <p:cNvPr id="211" name="Google Shape;211;p23"/>
          <p:cNvPicPr preferRelativeResize="0"/>
          <p:nvPr/>
        </p:nvPicPr>
        <p:blipFill rotWithShape="1">
          <a:blip r:embed="rId9">
            <a:alphaModFix/>
          </a:blip>
          <a:srcRect b="0" l="0" r="0" t="0"/>
          <a:stretch/>
        </p:blipFill>
        <p:spPr>
          <a:xfrm>
            <a:off x="7992538" y="3797707"/>
            <a:ext cx="215259" cy="214934"/>
          </a:xfrm>
          <a:prstGeom prst="rect">
            <a:avLst/>
          </a:prstGeom>
          <a:noFill/>
          <a:ln>
            <a:noFill/>
          </a:ln>
        </p:spPr>
      </p:pic>
      <p:pic>
        <p:nvPicPr>
          <p:cNvPr id="212" name="Google Shape;212;p23"/>
          <p:cNvPicPr preferRelativeResize="0"/>
          <p:nvPr/>
        </p:nvPicPr>
        <p:blipFill rotWithShape="1">
          <a:blip r:embed="rId6">
            <a:alphaModFix/>
          </a:blip>
          <a:srcRect b="0" l="0" r="0" t="0"/>
          <a:stretch/>
        </p:blipFill>
        <p:spPr>
          <a:xfrm>
            <a:off x="8295884" y="3797707"/>
            <a:ext cx="215259" cy="214934"/>
          </a:xfrm>
          <a:prstGeom prst="rect">
            <a:avLst/>
          </a:prstGeom>
          <a:noFill/>
          <a:ln>
            <a:noFill/>
          </a:ln>
        </p:spPr>
      </p:pic>
      <p:pic>
        <p:nvPicPr>
          <p:cNvPr id="213" name="Google Shape;213;p23"/>
          <p:cNvPicPr preferRelativeResize="0"/>
          <p:nvPr/>
        </p:nvPicPr>
        <p:blipFill rotWithShape="1">
          <a:blip r:embed="rId10">
            <a:alphaModFix/>
          </a:blip>
          <a:srcRect b="0" l="0" r="0" t="0"/>
          <a:stretch/>
        </p:blipFill>
        <p:spPr>
          <a:xfrm>
            <a:off x="8599230" y="3797707"/>
            <a:ext cx="215259" cy="214934"/>
          </a:xfrm>
          <a:prstGeom prst="rect">
            <a:avLst/>
          </a:prstGeom>
          <a:noFill/>
          <a:ln>
            <a:noFill/>
          </a:ln>
        </p:spPr>
      </p:pic>
      <p:pic>
        <p:nvPicPr>
          <p:cNvPr id="214" name="Google Shape;214;p23"/>
          <p:cNvPicPr preferRelativeResize="0"/>
          <p:nvPr/>
        </p:nvPicPr>
        <p:blipFill rotWithShape="1">
          <a:blip r:embed="rId8">
            <a:alphaModFix/>
          </a:blip>
          <a:srcRect b="0" l="0" r="0" t="0"/>
          <a:stretch/>
        </p:blipFill>
        <p:spPr>
          <a:xfrm>
            <a:off x="8902671" y="3797707"/>
            <a:ext cx="215259" cy="214934"/>
          </a:xfrm>
          <a:prstGeom prst="rect">
            <a:avLst/>
          </a:prstGeom>
          <a:noFill/>
          <a:ln>
            <a:noFill/>
          </a:ln>
        </p:spPr>
      </p:pic>
      <p:pic>
        <p:nvPicPr>
          <p:cNvPr id="215" name="Google Shape;215;p23"/>
          <p:cNvPicPr preferRelativeResize="0"/>
          <p:nvPr/>
        </p:nvPicPr>
        <p:blipFill rotWithShape="1">
          <a:blip r:embed="rId11">
            <a:alphaModFix/>
          </a:blip>
          <a:srcRect b="0" l="0" r="0" t="0"/>
          <a:stretch/>
        </p:blipFill>
        <p:spPr>
          <a:xfrm>
            <a:off x="9206017" y="3797707"/>
            <a:ext cx="215259" cy="214934"/>
          </a:xfrm>
          <a:prstGeom prst="rect">
            <a:avLst/>
          </a:prstGeom>
          <a:noFill/>
          <a:ln>
            <a:noFill/>
          </a:ln>
        </p:spPr>
      </p:pic>
      <p:pic>
        <p:nvPicPr>
          <p:cNvPr id="216" name="Google Shape;216;p23"/>
          <p:cNvPicPr preferRelativeResize="0"/>
          <p:nvPr/>
        </p:nvPicPr>
        <p:blipFill rotWithShape="1">
          <a:blip r:embed="rId12">
            <a:alphaModFix/>
          </a:blip>
          <a:srcRect b="0" l="0" r="0" t="0"/>
          <a:stretch/>
        </p:blipFill>
        <p:spPr>
          <a:xfrm>
            <a:off x="7992538" y="4098976"/>
            <a:ext cx="215259" cy="216647"/>
          </a:xfrm>
          <a:prstGeom prst="rect">
            <a:avLst/>
          </a:prstGeom>
          <a:noFill/>
          <a:ln>
            <a:noFill/>
          </a:ln>
        </p:spPr>
      </p:pic>
      <p:pic>
        <p:nvPicPr>
          <p:cNvPr id="217" name="Google Shape;217;p23"/>
          <p:cNvPicPr preferRelativeResize="0"/>
          <p:nvPr/>
        </p:nvPicPr>
        <p:blipFill rotWithShape="1">
          <a:blip r:embed="rId13">
            <a:alphaModFix/>
          </a:blip>
          <a:srcRect b="0" l="0" r="0" t="0"/>
          <a:stretch/>
        </p:blipFill>
        <p:spPr>
          <a:xfrm>
            <a:off x="8295884" y="4098976"/>
            <a:ext cx="215259" cy="216647"/>
          </a:xfrm>
          <a:prstGeom prst="rect">
            <a:avLst/>
          </a:prstGeom>
          <a:noFill/>
          <a:ln>
            <a:noFill/>
          </a:ln>
        </p:spPr>
      </p:pic>
      <p:pic>
        <p:nvPicPr>
          <p:cNvPr id="218" name="Google Shape;218;p23"/>
          <p:cNvPicPr preferRelativeResize="0"/>
          <p:nvPr/>
        </p:nvPicPr>
        <p:blipFill rotWithShape="1">
          <a:blip r:embed="rId13">
            <a:alphaModFix/>
          </a:blip>
          <a:srcRect b="0" l="0" r="0" t="0"/>
          <a:stretch/>
        </p:blipFill>
        <p:spPr>
          <a:xfrm>
            <a:off x="8599230" y="4098976"/>
            <a:ext cx="215259" cy="216647"/>
          </a:xfrm>
          <a:prstGeom prst="rect">
            <a:avLst/>
          </a:prstGeom>
          <a:noFill/>
          <a:ln>
            <a:noFill/>
          </a:ln>
        </p:spPr>
      </p:pic>
      <p:pic>
        <p:nvPicPr>
          <p:cNvPr id="219" name="Google Shape;219;p23"/>
          <p:cNvPicPr preferRelativeResize="0"/>
          <p:nvPr/>
        </p:nvPicPr>
        <p:blipFill rotWithShape="1">
          <a:blip r:embed="rId14">
            <a:alphaModFix/>
          </a:blip>
          <a:srcRect b="0" l="0" r="0" t="0"/>
          <a:stretch/>
        </p:blipFill>
        <p:spPr>
          <a:xfrm>
            <a:off x="8902671" y="4098976"/>
            <a:ext cx="215259" cy="216647"/>
          </a:xfrm>
          <a:prstGeom prst="rect">
            <a:avLst/>
          </a:prstGeom>
          <a:noFill/>
          <a:ln>
            <a:noFill/>
          </a:ln>
        </p:spPr>
      </p:pic>
      <p:pic>
        <p:nvPicPr>
          <p:cNvPr id="220" name="Google Shape;220;p23"/>
          <p:cNvPicPr preferRelativeResize="0"/>
          <p:nvPr/>
        </p:nvPicPr>
        <p:blipFill rotWithShape="1">
          <a:blip r:embed="rId15">
            <a:alphaModFix/>
          </a:blip>
          <a:srcRect b="0" l="0" r="0" t="0"/>
          <a:stretch/>
        </p:blipFill>
        <p:spPr>
          <a:xfrm>
            <a:off x="7992538" y="4401864"/>
            <a:ext cx="215259" cy="216647"/>
          </a:xfrm>
          <a:prstGeom prst="rect">
            <a:avLst/>
          </a:prstGeom>
          <a:noFill/>
          <a:ln>
            <a:noFill/>
          </a:ln>
        </p:spPr>
      </p:pic>
      <p:pic>
        <p:nvPicPr>
          <p:cNvPr id="221" name="Google Shape;221;p23"/>
          <p:cNvPicPr preferRelativeResize="0"/>
          <p:nvPr/>
        </p:nvPicPr>
        <p:blipFill rotWithShape="1">
          <a:blip r:embed="rId16">
            <a:alphaModFix/>
          </a:blip>
          <a:srcRect b="0" l="0" r="0" t="0"/>
          <a:stretch/>
        </p:blipFill>
        <p:spPr>
          <a:xfrm>
            <a:off x="8295884" y="4401864"/>
            <a:ext cx="215259" cy="216647"/>
          </a:xfrm>
          <a:prstGeom prst="rect">
            <a:avLst/>
          </a:prstGeom>
          <a:noFill/>
          <a:ln>
            <a:noFill/>
          </a:ln>
        </p:spPr>
      </p:pic>
      <p:pic>
        <p:nvPicPr>
          <p:cNvPr id="222" name="Google Shape;222;p23"/>
          <p:cNvPicPr preferRelativeResize="0"/>
          <p:nvPr/>
        </p:nvPicPr>
        <p:blipFill rotWithShape="1">
          <a:blip r:embed="rId17">
            <a:alphaModFix/>
          </a:blip>
          <a:srcRect b="0" l="0" r="0" t="0"/>
          <a:stretch/>
        </p:blipFill>
        <p:spPr>
          <a:xfrm>
            <a:off x="8599230" y="4401864"/>
            <a:ext cx="215259" cy="216647"/>
          </a:xfrm>
          <a:prstGeom prst="rect">
            <a:avLst/>
          </a:prstGeom>
          <a:noFill/>
          <a:ln>
            <a:noFill/>
          </a:ln>
        </p:spPr>
      </p:pic>
      <p:pic>
        <p:nvPicPr>
          <p:cNvPr id="223" name="Google Shape;223;p23"/>
          <p:cNvPicPr preferRelativeResize="0"/>
          <p:nvPr/>
        </p:nvPicPr>
        <p:blipFill rotWithShape="1">
          <a:blip r:embed="rId18">
            <a:alphaModFix/>
          </a:blip>
          <a:srcRect b="0" l="0" r="0" t="0"/>
          <a:stretch/>
        </p:blipFill>
        <p:spPr>
          <a:xfrm>
            <a:off x="8902671" y="4401864"/>
            <a:ext cx="215259" cy="216647"/>
          </a:xfrm>
          <a:prstGeom prst="rect">
            <a:avLst/>
          </a:prstGeom>
          <a:noFill/>
          <a:ln>
            <a:noFill/>
          </a:ln>
        </p:spPr>
      </p:pic>
      <p:pic>
        <p:nvPicPr>
          <p:cNvPr id="224" name="Google Shape;224;p23"/>
          <p:cNvPicPr preferRelativeResize="0"/>
          <p:nvPr/>
        </p:nvPicPr>
        <p:blipFill rotWithShape="1">
          <a:blip r:embed="rId19">
            <a:alphaModFix/>
          </a:blip>
          <a:srcRect b="0" l="0" r="0" t="0"/>
          <a:stretch/>
        </p:blipFill>
        <p:spPr>
          <a:xfrm>
            <a:off x="9206017" y="4401864"/>
            <a:ext cx="215259" cy="216647"/>
          </a:xfrm>
          <a:prstGeom prst="rect">
            <a:avLst/>
          </a:prstGeom>
          <a:noFill/>
          <a:ln>
            <a:noFill/>
          </a:ln>
        </p:spPr>
      </p:pic>
      <p:pic>
        <p:nvPicPr>
          <p:cNvPr id="225" name="Google Shape;225;p23"/>
          <p:cNvPicPr preferRelativeResize="0"/>
          <p:nvPr/>
        </p:nvPicPr>
        <p:blipFill rotWithShape="1">
          <a:blip r:embed="rId13">
            <a:alphaModFix/>
          </a:blip>
          <a:srcRect b="0" l="0" r="0" t="0"/>
          <a:stretch/>
        </p:blipFill>
        <p:spPr>
          <a:xfrm>
            <a:off x="7992538" y="4704752"/>
            <a:ext cx="215259" cy="214933"/>
          </a:xfrm>
          <a:prstGeom prst="rect">
            <a:avLst/>
          </a:prstGeom>
          <a:noFill/>
          <a:ln>
            <a:noFill/>
          </a:ln>
        </p:spPr>
      </p:pic>
      <p:pic>
        <p:nvPicPr>
          <p:cNvPr id="226" name="Google Shape;226;p23"/>
          <p:cNvPicPr preferRelativeResize="0"/>
          <p:nvPr/>
        </p:nvPicPr>
        <p:blipFill rotWithShape="1">
          <a:blip r:embed="rId11">
            <a:alphaModFix/>
          </a:blip>
          <a:srcRect b="0" l="0" r="0" t="0"/>
          <a:stretch/>
        </p:blipFill>
        <p:spPr>
          <a:xfrm>
            <a:off x="8295884" y="4704752"/>
            <a:ext cx="215259" cy="214933"/>
          </a:xfrm>
          <a:prstGeom prst="rect">
            <a:avLst/>
          </a:prstGeom>
          <a:noFill/>
          <a:ln>
            <a:noFill/>
          </a:ln>
        </p:spPr>
      </p:pic>
      <p:pic>
        <p:nvPicPr>
          <p:cNvPr id="227" name="Google Shape;227;p23"/>
          <p:cNvPicPr preferRelativeResize="0"/>
          <p:nvPr/>
        </p:nvPicPr>
        <p:blipFill rotWithShape="1">
          <a:blip r:embed="rId11">
            <a:alphaModFix/>
          </a:blip>
          <a:srcRect b="0" l="0" r="0" t="0"/>
          <a:stretch/>
        </p:blipFill>
        <p:spPr>
          <a:xfrm>
            <a:off x="8599230" y="4704752"/>
            <a:ext cx="215259" cy="214933"/>
          </a:xfrm>
          <a:prstGeom prst="rect">
            <a:avLst/>
          </a:prstGeom>
          <a:noFill/>
          <a:ln>
            <a:noFill/>
          </a:ln>
        </p:spPr>
      </p:pic>
      <p:pic>
        <p:nvPicPr>
          <p:cNvPr id="228" name="Google Shape;228;p23"/>
          <p:cNvPicPr preferRelativeResize="0"/>
          <p:nvPr/>
        </p:nvPicPr>
        <p:blipFill rotWithShape="1">
          <a:blip r:embed="rId11">
            <a:alphaModFix/>
          </a:blip>
          <a:srcRect b="0" l="0" r="0" t="0"/>
          <a:stretch/>
        </p:blipFill>
        <p:spPr>
          <a:xfrm>
            <a:off x="7992538" y="5007640"/>
            <a:ext cx="215259" cy="214934"/>
          </a:xfrm>
          <a:prstGeom prst="rect">
            <a:avLst/>
          </a:prstGeom>
          <a:noFill/>
          <a:ln>
            <a:noFill/>
          </a:ln>
        </p:spPr>
      </p:pic>
      <p:pic>
        <p:nvPicPr>
          <p:cNvPr id="229" name="Google Shape;229;p23"/>
          <p:cNvPicPr preferRelativeResize="0"/>
          <p:nvPr/>
        </p:nvPicPr>
        <p:blipFill rotWithShape="1">
          <a:blip r:embed="rId20">
            <a:alphaModFix/>
          </a:blip>
          <a:srcRect b="0" l="0" r="0" t="0"/>
          <a:stretch/>
        </p:blipFill>
        <p:spPr>
          <a:xfrm>
            <a:off x="8902671" y="4704752"/>
            <a:ext cx="215259" cy="214933"/>
          </a:xfrm>
          <a:prstGeom prst="rect">
            <a:avLst/>
          </a:prstGeom>
          <a:noFill/>
          <a:ln>
            <a:noFill/>
          </a:ln>
        </p:spPr>
      </p:pic>
      <p:pic>
        <p:nvPicPr>
          <p:cNvPr id="230" name="Google Shape;230;p23"/>
          <p:cNvPicPr preferRelativeResize="0"/>
          <p:nvPr/>
        </p:nvPicPr>
        <p:blipFill rotWithShape="1">
          <a:blip r:embed="rId11">
            <a:alphaModFix/>
          </a:blip>
          <a:srcRect b="0" l="0" r="0" t="0"/>
          <a:stretch/>
        </p:blipFill>
        <p:spPr>
          <a:xfrm>
            <a:off x="8295884" y="5007640"/>
            <a:ext cx="215259" cy="214934"/>
          </a:xfrm>
          <a:prstGeom prst="rect">
            <a:avLst/>
          </a:prstGeom>
          <a:noFill/>
          <a:ln>
            <a:noFill/>
          </a:ln>
        </p:spPr>
      </p:pic>
      <p:pic>
        <p:nvPicPr>
          <p:cNvPr id="231" name="Google Shape;231;p23"/>
          <p:cNvPicPr preferRelativeResize="0"/>
          <p:nvPr/>
        </p:nvPicPr>
        <p:blipFill rotWithShape="1">
          <a:blip r:embed="rId21">
            <a:alphaModFix/>
          </a:blip>
          <a:srcRect b="0" l="0" r="0" t="0"/>
          <a:stretch/>
        </p:blipFill>
        <p:spPr>
          <a:xfrm>
            <a:off x="8599230" y="5007640"/>
            <a:ext cx="215259" cy="214934"/>
          </a:xfrm>
          <a:prstGeom prst="rect">
            <a:avLst/>
          </a:prstGeom>
          <a:noFill/>
          <a:ln>
            <a:noFill/>
          </a:ln>
        </p:spPr>
      </p:pic>
      <p:pic>
        <p:nvPicPr>
          <p:cNvPr id="232" name="Google Shape;232;p23"/>
          <p:cNvPicPr preferRelativeResize="0"/>
          <p:nvPr/>
        </p:nvPicPr>
        <p:blipFill rotWithShape="1">
          <a:blip r:embed="rId20">
            <a:alphaModFix/>
          </a:blip>
          <a:srcRect b="0" l="0" r="0" t="0"/>
          <a:stretch/>
        </p:blipFill>
        <p:spPr>
          <a:xfrm>
            <a:off x="8902671" y="5007640"/>
            <a:ext cx="215259" cy="214934"/>
          </a:xfrm>
          <a:prstGeom prst="rect">
            <a:avLst/>
          </a:prstGeom>
          <a:noFill/>
          <a:ln>
            <a:noFill/>
          </a:ln>
        </p:spPr>
      </p:pic>
      <p:pic>
        <p:nvPicPr>
          <p:cNvPr id="233" name="Google Shape;233;p23"/>
          <p:cNvPicPr preferRelativeResize="0"/>
          <p:nvPr/>
        </p:nvPicPr>
        <p:blipFill rotWithShape="1">
          <a:blip r:embed="rId21">
            <a:alphaModFix/>
          </a:blip>
          <a:srcRect b="0" l="0" r="0" t="0"/>
          <a:stretch/>
        </p:blipFill>
        <p:spPr>
          <a:xfrm>
            <a:off x="8295884" y="5310622"/>
            <a:ext cx="215259" cy="214934"/>
          </a:xfrm>
          <a:prstGeom prst="rect">
            <a:avLst/>
          </a:prstGeom>
          <a:noFill/>
          <a:ln>
            <a:noFill/>
          </a:ln>
        </p:spPr>
      </p:pic>
      <p:pic>
        <p:nvPicPr>
          <p:cNvPr id="234" name="Google Shape;234;p23"/>
          <p:cNvPicPr preferRelativeResize="0"/>
          <p:nvPr/>
        </p:nvPicPr>
        <p:blipFill rotWithShape="1">
          <a:blip r:embed="rId20">
            <a:alphaModFix/>
          </a:blip>
          <a:srcRect b="0" l="0" r="0" t="0"/>
          <a:stretch/>
        </p:blipFill>
        <p:spPr>
          <a:xfrm>
            <a:off x="8902671" y="5310622"/>
            <a:ext cx="215259" cy="214934"/>
          </a:xfrm>
          <a:prstGeom prst="rect">
            <a:avLst/>
          </a:prstGeom>
          <a:noFill/>
          <a:ln>
            <a:noFill/>
          </a:ln>
        </p:spPr>
      </p:pic>
      <p:sp>
        <p:nvSpPr>
          <p:cNvPr id="235" name="Google Shape;235;p23"/>
          <p:cNvSpPr/>
          <p:nvPr/>
        </p:nvSpPr>
        <p:spPr>
          <a:xfrm>
            <a:off x="325164" y="3003975"/>
            <a:ext cx="8778240" cy="6985"/>
          </a:xfrm>
          <a:custGeom>
            <a:rect b="b" l="l" r="r" t="t"/>
            <a:pathLst>
              <a:path extrusionOk="0" h="6985" w="8778240">
                <a:moveTo>
                  <a:pt x="8778239" y="6762"/>
                </a:moveTo>
                <a:lnTo>
                  <a:pt x="0" y="6762"/>
                </a:lnTo>
                <a:lnTo>
                  <a:pt x="0" y="0"/>
                </a:lnTo>
                <a:lnTo>
                  <a:pt x="8778239" y="0"/>
                </a:lnTo>
                <a:lnTo>
                  <a:pt x="8778239" y="6762"/>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6" name="Google Shape;236;p23"/>
          <p:cNvSpPr txBox="1"/>
          <p:nvPr>
            <p:ph type="title"/>
          </p:nvPr>
        </p:nvSpPr>
        <p:spPr>
          <a:xfrm>
            <a:off x="2329334" y="4007335"/>
            <a:ext cx="3818254" cy="8058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5100">
                <a:solidFill>
                  <a:srgbClr val="000000"/>
                </a:solidFill>
                <a:latin typeface="Arial"/>
                <a:ea typeface="Arial"/>
                <a:cs typeface="Arial"/>
                <a:sym typeface="Arial"/>
              </a:rPr>
              <a:t>THANK YOU</a:t>
            </a:r>
            <a:endParaRPr sz="51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